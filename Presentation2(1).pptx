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ags/tag8.xml" ContentType="application/vnd.openxmlformats-officedocument.presentationml.tags+xml"/>
  <Override PartName="/ppt/theme/themeOverride3.xml" ContentType="application/vnd.openxmlformats-officedocument.themeOverride+xml"/>
  <Override PartName="/ppt/tags/tag9.xml" ContentType="application/vnd.openxmlformats-officedocument.presentationml.tags+xml"/>
  <Override PartName="/ppt/theme/themeOverride4.xml" ContentType="application/vnd.openxmlformats-officedocument.themeOverr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ppt/theme/themeOverride5.xml" ContentType="application/vnd.openxmlformats-officedocument.themeOverride+xml"/>
  <Override PartName="/ppt/tags/tag13.xml" ContentType="application/vnd.openxmlformats-officedocument.presentationml.tags+xml"/>
  <Override PartName="/ppt/theme/themeOverride6.xml" ContentType="application/vnd.openxmlformats-officedocument.themeOverride+xml"/>
  <Override PartName="/ppt/tags/tag14.xml" ContentType="application/vnd.openxmlformats-officedocument.presentationml.tags+xml"/>
  <Override PartName="/ppt/theme/themeOverride7.xml" ContentType="application/vnd.openxmlformats-officedocument.themeOverride+xml"/>
  <Override PartName="/ppt/tags/tag15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3"/>
  </p:sldMasterIdLst>
  <p:notesMasterIdLst>
    <p:notesMasterId r:id="rId13"/>
  </p:notesMasterIdLst>
  <p:sldIdLst>
    <p:sldId id="257" r:id="rId4"/>
    <p:sldId id="2147482439" r:id="rId5"/>
    <p:sldId id="2147480734" r:id="rId6"/>
    <p:sldId id="278" r:id="rId7"/>
    <p:sldId id="2147482440" r:id="rId8"/>
    <p:sldId id="276" r:id="rId9"/>
    <p:sldId id="2147482442" r:id="rId10"/>
    <p:sldId id="2147482443" r:id="rId11"/>
    <p:sldId id="300" r:id="rId12"/>
  </p:sldIdLst>
  <p:sldSz cx="10969625" cy="6170613"/>
  <p:notesSz cx="6858000" cy="9144000"/>
  <p:custDataLst>
    <p:tags r:id="rId14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1pPr>
    <a:lvl2pPr marL="411137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2pPr>
    <a:lvl3pPr marL="82227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3pPr>
    <a:lvl4pPr marL="123341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4pPr>
    <a:lvl5pPr marL="1644549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5pPr>
    <a:lvl6pPr marL="2055686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6pPr>
    <a:lvl7pPr marL="2466823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7pPr>
    <a:lvl8pPr marL="2877960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8pPr>
    <a:lvl9pPr marL="3289097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4671F6-45BE-FF3C-CA42-C78926D099BC}" v="202" dt="2026-07-06T06:38:11.1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76211" autoAdjust="0"/>
  </p:normalViewPr>
  <p:slideViewPr>
    <p:cSldViewPr snapToGrid="0">
      <p:cViewPr>
        <p:scale>
          <a:sx n="69" d="100"/>
          <a:sy n="69" d="100"/>
        </p:scale>
        <p:origin x="2418" y="11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microsoft.com/office/2015/10/relationships/revisionInfo" Target="revisionInfo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07911F-CEAF-4F0B-98BD-EFB38C6572AA}" type="datetimeFigureOut">
              <a:rPr lang="de-DE" smtClean="0"/>
              <a:t>15.07.2026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D48B2-9EB0-4B37-9B35-FC11E2EA535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3153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52573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9478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B1B61-CA54-63AA-EE8A-827B00C65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3D0DB5-7C51-9CEE-F997-E85E3522E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35EE1-CE00-968D-39CC-1CDFAEDE6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5831E-AB86-DBB3-30BE-AC5AC70882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D48B2-9EB0-4B37-9B35-FC11E2EA535A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9225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>
            <a:extLst>
              <a:ext uri="{FF2B5EF4-FFF2-40B4-BE49-F238E27FC236}">
                <a16:creationId xmlns:a16="http://schemas.microsoft.com/office/drawing/2014/main" id="{BF558F48-F6D6-4568-8DA6-55FAE81CC26F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7200" y="2602898"/>
            <a:ext cx="9268637" cy="1507549"/>
          </a:xfrm>
          <a:ln w="0">
            <a:noFill/>
          </a:ln>
          <a:effectLst/>
        </p:spPr>
        <p:txBody>
          <a:bodyPr anchor="b" anchorCtr="0">
            <a:normAutofit/>
          </a:bodyPr>
          <a:lstStyle>
            <a:lvl1pPr algn="l">
              <a:lnSpc>
                <a:spcPct val="100000"/>
              </a:lnSpc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Presentation 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7B0DFCC-F037-4745-849A-E2902A32AC76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547200" y="4241130"/>
            <a:ext cx="9268637" cy="125436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noProof="1"/>
              <a:t>Name, Department, Date</a:t>
            </a:r>
          </a:p>
        </p:txBody>
      </p:sp>
      <p:pic>
        <p:nvPicPr>
          <p:cNvPr id="4" name="SuperGraphic">
            <a:extLst>
              <a:ext uri="{FF2B5EF4-FFF2-40B4-BE49-F238E27FC236}">
                <a16:creationId xmlns:a16="http://schemas.microsoft.com/office/drawing/2014/main" id="{862C2846-F73C-4F37-B810-57D2567D11EB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0969200" cy="2056725"/>
          </a:xfrm>
          <a:prstGeom prst="rect">
            <a:avLst/>
          </a:prstGeom>
        </p:spPr>
      </p:pic>
      <p:sp>
        <p:nvSpPr>
          <p:cNvPr id="2" name="Bosch_footer_conf">
            <a:extLst>
              <a:ext uri="{FF2B5EF4-FFF2-40B4-BE49-F238E27FC236}">
                <a16:creationId xmlns:a16="http://schemas.microsoft.com/office/drawing/2014/main" id="{EB4CC976-E504-9F9B-AAA8-4B8F85DDABEF}"/>
              </a:ext>
            </a:extLst>
          </p:cNvPr>
          <p:cNvSpPr txBox="1"/>
          <p:nvPr userDrawn="1"/>
        </p:nvSpPr>
        <p:spPr>
          <a:xfrm>
            <a:off x="547200" y="5688000"/>
            <a:ext cx="9126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Internal C-SC1</a:t>
            </a:r>
            <a:endParaRPr lang="en-US" sz="600" kern="0" baseline="0" noProof="1">
              <a:solidFill>
                <a:schemeClr val="tx1"/>
              </a:solidFill>
              <a:latin typeface="+mn-lt"/>
            </a:endParaRP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984853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42" userDrawn="1">
          <p15:clr>
            <a:srgbClr val="FBAE40"/>
          </p15:clr>
        </p15:guide>
        <p15:guide id="2" pos="6185" userDrawn="1">
          <p15:clr>
            <a:srgbClr val="FBAE40"/>
          </p15:clr>
        </p15:guide>
        <p15:guide id="3" orient="horz" pos="1639" userDrawn="1">
          <p15:clr>
            <a:srgbClr val="FBAE40"/>
          </p15:clr>
        </p15:guide>
        <p15:guide id="4" orient="horz" pos="2590" userDrawn="1">
          <p15:clr>
            <a:srgbClr val="FBAE40"/>
          </p15:clr>
        </p15:guide>
        <p15:guide id="5" orient="horz" pos="2669" userDrawn="1">
          <p15:clr>
            <a:srgbClr val="FBAE40"/>
          </p15:clr>
        </p15:guide>
        <p15:guide id="6" orient="horz" pos="346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>
            <a:extLst>
              <a:ext uri="{FF2B5EF4-FFF2-40B4-BE49-F238E27FC236}">
                <a16:creationId xmlns:a16="http://schemas.microsoft.com/office/drawing/2014/main" id="{43858496-C239-47F8-BDF4-1C95D89182D0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89593" y="1152144"/>
            <a:ext cx="7132831" cy="2044365"/>
          </a:xfrm>
          <a:ln w="0">
            <a:noFill/>
          </a:ln>
          <a:effectLst/>
        </p:spPr>
        <p:txBody>
          <a:bodyPr anchor="b" anchorCtr="0">
            <a:normAutofit/>
          </a:bodyPr>
          <a:lstStyle>
            <a:lvl1pPr algn="l">
              <a:lnSpc>
                <a:spcPct val="100000"/>
              </a:lnSpc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Presentation title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5C2B86F-C1CA-4E64-9221-A99B4E89D289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3289593" y="3327191"/>
            <a:ext cx="7132831" cy="125436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noProof="1"/>
              <a:t>Name, Department, Date</a:t>
            </a:r>
          </a:p>
        </p:txBody>
      </p:sp>
      <p:pic>
        <p:nvPicPr>
          <p:cNvPr id="3" name="SuperGraphic">
            <a:extLst>
              <a:ext uri="{FF2B5EF4-FFF2-40B4-BE49-F238E27FC236}">
                <a16:creationId xmlns:a16="http://schemas.microsoft.com/office/drawing/2014/main" id="{8E3B306C-041F-4487-8C98-1BF9B6BE172F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742494" cy="6170613"/>
          </a:xfrm>
          <a:prstGeom prst="rect">
            <a:avLst/>
          </a:prstGeom>
        </p:spPr>
      </p:pic>
      <p:sp>
        <p:nvSpPr>
          <p:cNvPr id="2" name="Bosch_footer_conf">
            <a:extLst>
              <a:ext uri="{FF2B5EF4-FFF2-40B4-BE49-F238E27FC236}">
                <a16:creationId xmlns:a16="http://schemas.microsoft.com/office/drawing/2014/main" id="{37724B12-9637-FD34-B3B0-53E9BF1D1434}"/>
              </a:ext>
            </a:extLst>
          </p:cNvPr>
          <p:cNvSpPr txBox="1"/>
          <p:nvPr userDrawn="1"/>
        </p:nvSpPr>
        <p:spPr>
          <a:xfrm>
            <a:off x="3279600" y="5688000"/>
            <a:ext cx="6354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Internal C-SC1</a:t>
            </a:r>
            <a:endParaRPr lang="en-US" sz="600" kern="0" baseline="0" noProof="1">
              <a:solidFill>
                <a:schemeClr val="tx1"/>
              </a:solidFill>
              <a:latin typeface="+mn-lt"/>
            </a:endParaRP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2193031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2070" userDrawn="1">
          <p15:clr>
            <a:srgbClr val="FBAE40"/>
          </p15:clr>
        </p15:guide>
        <p15:guide id="2" pos="6566" userDrawn="1">
          <p15:clr>
            <a:srgbClr val="FBAE40"/>
          </p15:clr>
        </p15:guide>
        <p15:guide id="3" orient="horz" pos="2093" userDrawn="1">
          <p15:clr>
            <a:srgbClr val="FBAE40"/>
          </p15:clr>
        </p15:guide>
        <p15:guide id="4" orient="horz" pos="2014" userDrawn="1">
          <p15:clr>
            <a:srgbClr val="FBAE40"/>
          </p15:clr>
        </p15:guide>
        <p15:guide id="5" orient="horz" pos="347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Logo">
            <a:extLst>
              <a:ext uri="{FF2B5EF4-FFF2-40B4-BE49-F238E27FC236}">
                <a16:creationId xmlns:a16="http://schemas.microsoft.com/office/drawing/2014/main" id="{E881C9CD-D10B-4CDB-B44D-3FBD5D07A516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6" name="Chapter_title">
            <a:extLst>
              <a:ext uri="{FF2B5EF4-FFF2-40B4-BE49-F238E27FC236}">
                <a16:creationId xmlns:a16="http://schemas.microsoft.com/office/drawing/2014/main" id="{EE80FFE3-B9B2-433E-9111-10990FD419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7200" y="2602896"/>
            <a:ext cx="9268637" cy="2892602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Tx/>
              <a:buNone/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Chapter title</a:t>
            </a:r>
          </a:p>
        </p:txBody>
      </p:sp>
      <p:sp>
        <p:nvSpPr>
          <p:cNvPr id="3" name="RectangleCol">
            <a:extLst>
              <a:ext uri="{FF2B5EF4-FFF2-40B4-BE49-F238E27FC236}">
                <a16:creationId xmlns:a16="http://schemas.microsoft.com/office/drawing/2014/main" id="{5DD958C9-7251-4FEC-9785-C1A6CE9F6847}"/>
              </a:ext>
            </a:extLst>
          </p:cNvPr>
          <p:cNvSpPr>
            <a:spLocks noSelect="1" noChangeAspect="1"/>
          </p:cNvSpPr>
          <p:nvPr userDrawn="1"/>
        </p:nvSpPr>
        <p:spPr>
          <a:xfrm>
            <a:off x="0" y="99"/>
            <a:ext cx="10969625" cy="2055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EAE105-4DC3-4775-A78C-B758C32ACF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5781" y="98"/>
            <a:ext cx="2207942" cy="2055600"/>
          </a:xfrm>
        </p:spPr>
        <p:txBody>
          <a:bodyPr bIns="72000" anchor="ctr"/>
          <a:lstStyle>
            <a:lvl1pPr marL="0" indent="0">
              <a:lnSpc>
                <a:spcPct val="100000"/>
              </a:lnSpc>
              <a:spcBef>
                <a:spcPts val="500"/>
              </a:spcBef>
              <a:buFontTx/>
              <a:buNone/>
              <a:defRPr sz="15000" b="1" kern="0" baseline="0">
                <a:solidFill>
                  <a:schemeClr val="bg1"/>
                </a:solidFill>
              </a:defRPr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2" name="Bosch_footer_conf">
            <a:extLst>
              <a:ext uri="{FF2B5EF4-FFF2-40B4-BE49-F238E27FC236}">
                <a16:creationId xmlns:a16="http://schemas.microsoft.com/office/drawing/2014/main" id="{DB38986C-DCE5-D964-B0BA-9AB589C96711}"/>
              </a:ext>
            </a:extLst>
          </p:cNvPr>
          <p:cNvSpPr txBox="1"/>
          <p:nvPr userDrawn="1"/>
        </p:nvSpPr>
        <p:spPr>
          <a:xfrm>
            <a:off x="547200" y="5688000"/>
            <a:ext cx="9126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Internal C-SC1</a:t>
            </a:r>
            <a:endParaRPr lang="en-US" sz="600" kern="0" baseline="0" noProof="1">
              <a:solidFill>
                <a:schemeClr val="tx1"/>
              </a:solidFill>
              <a:latin typeface="+mn-lt"/>
            </a:endParaRP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880939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42" userDrawn="1">
          <p15:clr>
            <a:srgbClr val="FBAE40"/>
          </p15:clr>
        </p15:guide>
        <p15:guide id="2" pos="6185" userDrawn="1">
          <p15:clr>
            <a:srgbClr val="FBAE40"/>
          </p15:clr>
        </p15:guide>
        <p15:guide id="3" orient="horz" pos="1639" userDrawn="1">
          <p15:clr>
            <a:srgbClr val="FBAE40"/>
          </p15:clr>
        </p15:guide>
        <p15:guide id="4" orient="horz" pos="346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>
            <a:extLst>
              <a:ext uri="{FF2B5EF4-FFF2-40B4-BE49-F238E27FC236}">
                <a16:creationId xmlns:a16="http://schemas.microsoft.com/office/drawing/2014/main" id="{E5083679-3829-4F0B-9E1A-B4E6F314AFD2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6" name="Chapter_title">
            <a:extLst>
              <a:ext uri="{FF2B5EF4-FFF2-40B4-BE49-F238E27FC236}">
                <a16:creationId xmlns:a16="http://schemas.microsoft.com/office/drawing/2014/main" id="{EE80FFE3-B9B2-433E-9111-10990FD419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79831" y="1200075"/>
            <a:ext cx="7072741" cy="3142785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Tx/>
              <a:buNone/>
              <a:defRPr sz="4000" b="1" kern="0" cap="none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Chapter title</a:t>
            </a:r>
          </a:p>
        </p:txBody>
      </p:sp>
      <p:sp>
        <p:nvSpPr>
          <p:cNvPr id="3" name="RectangleCol">
            <a:extLst>
              <a:ext uri="{FF2B5EF4-FFF2-40B4-BE49-F238E27FC236}">
                <a16:creationId xmlns:a16="http://schemas.microsoft.com/office/drawing/2014/main" id="{5DD958C9-7251-4FEC-9785-C1A6CE9F6847}"/>
              </a:ext>
            </a:extLst>
          </p:cNvPr>
          <p:cNvSpPr>
            <a:spLocks noSelect="1" noChangeAspect="1"/>
          </p:cNvSpPr>
          <p:nvPr userDrawn="1"/>
        </p:nvSpPr>
        <p:spPr>
          <a:xfrm>
            <a:off x="-1" y="99"/>
            <a:ext cx="2739600" cy="6170514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EAE105-4DC3-4775-A78C-B758C32ACF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4400" y="99"/>
            <a:ext cx="2207942" cy="2055600"/>
          </a:xfrm>
        </p:spPr>
        <p:txBody>
          <a:bodyPr bIns="72000" anchor="ctr"/>
          <a:lstStyle>
            <a:lvl1pPr marL="0" indent="0">
              <a:lnSpc>
                <a:spcPct val="100000"/>
              </a:lnSpc>
              <a:spcBef>
                <a:spcPts val="500"/>
              </a:spcBef>
              <a:buFontTx/>
              <a:buNone/>
              <a:defRPr sz="15000" b="1" kern="0" baseline="0">
                <a:solidFill>
                  <a:schemeClr val="bg1"/>
                </a:solidFill>
              </a:defRPr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pic>
        <p:nvPicPr>
          <p:cNvPr id="5" name="SuperGraphic">
            <a:extLst>
              <a:ext uri="{FF2B5EF4-FFF2-40B4-BE49-F238E27FC236}">
                <a16:creationId xmlns:a16="http://schemas.microsoft.com/office/drawing/2014/main" id="{B93399BE-B0B2-44B3-8FAE-18A968B3CDA4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799" y="0"/>
            <a:ext cx="68562" cy="6170613"/>
          </a:xfrm>
          <a:prstGeom prst="rect">
            <a:avLst/>
          </a:prstGeom>
        </p:spPr>
      </p:pic>
      <p:sp>
        <p:nvSpPr>
          <p:cNvPr id="2" name="Bosch_footer_conf">
            <a:extLst>
              <a:ext uri="{FF2B5EF4-FFF2-40B4-BE49-F238E27FC236}">
                <a16:creationId xmlns:a16="http://schemas.microsoft.com/office/drawing/2014/main" id="{9615C293-AF3D-B45D-E4FB-BC09FDE03C19}"/>
              </a:ext>
            </a:extLst>
          </p:cNvPr>
          <p:cNvSpPr txBox="1"/>
          <p:nvPr userDrawn="1"/>
        </p:nvSpPr>
        <p:spPr>
          <a:xfrm>
            <a:off x="3279600" y="5688000"/>
            <a:ext cx="6354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Internal C-SC1</a:t>
            </a:r>
            <a:endParaRPr lang="en-US" sz="600" kern="0" baseline="0" noProof="1">
              <a:solidFill>
                <a:schemeClr val="tx1"/>
              </a:solidFill>
              <a:latin typeface="+mn-lt"/>
            </a:endParaRP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3308143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2064" userDrawn="1">
          <p15:clr>
            <a:srgbClr val="FBAE40"/>
          </p15:clr>
        </p15:guide>
        <p15:guide id="2" pos="6524" userDrawn="1">
          <p15:clr>
            <a:srgbClr val="FBAE40"/>
          </p15:clr>
        </p15:guide>
        <p15:guide id="3" orient="horz" pos="754" userDrawn="1">
          <p15:clr>
            <a:srgbClr val="FBAE40"/>
          </p15:clr>
        </p15:guide>
        <p15:guide id="4" orient="horz" pos="2738" userDrawn="1">
          <p15:clr>
            <a:srgbClr val="FBAE40"/>
          </p15:clr>
        </p15:guide>
        <p15:guide id="5" pos="29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icture without tex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">
            <a:extLst>
              <a:ext uri="{FF2B5EF4-FFF2-40B4-BE49-F238E27FC236}">
                <a16:creationId xmlns:a16="http://schemas.microsoft.com/office/drawing/2014/main" id="{926F8EF2-FFD9-4D48-A076-77C0B811BAB0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55368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</p:spTree>
    <p:extLst>
      <p:ext uri="{BB962C8B-B14F-4D97-AF65-F5344CB8AC3E}">
        <p14:creationId xmlns:p14="http://schemas.microsoft.com/office/powerpoint/2010/main" val="76580094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4" orient="horz" pos="348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picture with tex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">
            <a:extLst>
              <a:ext uri="{FF2B5EF4-FFF2-40B4-BE49-F238E27FC236}">
                <a16:creationId xmlns:a16="http://schemas.microsoft.com/office/drawing/2014/main" id="{B77066FA-8AE8-47E2-8A79-1355389EE471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E3AE72B7-66D7-4755-9A92-9BAA3A80886F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55368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46B548-69AA-497B-BD64-E14E4F9EA5F6}"/>
              </a:ext>
            </a:extLst>
          </p:cNvPr>
          <p:cNvSpPr>
            <a:spLocks noGrp="1"/>
          </p:cNvSpPr>
          <p:nvPr>
            <p:ph type="body" sz="quarter" idx="2" hasCustomPrompt="1"/>
          </p:nvPr>
        </p:nvSpPr>
        <p:spPr>
          <a:xfrm>
            <a:off x="406800" y="1036800"/>
            <a:ext cx="3780000" cy="2484000"/>
          </a:xfrm>
          <a:solidFill>
            <a:schemeClr val="bg1"/>
          </a:solidFill>
        </p:spPr>
        <p:txBody>
          <a:bodyPr lIns="252000" tIns="216000" rIns="252000" bIns="216000">
            <a:normAutofit/>
          </a:bodyPr>
          <a:lstStyle>
            <a:lvl1pPr marL="0" indent="0">
              <a:buFontTx/>
              <a:buNone/>
              <a:defRPr/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 noProof="1"/>
              <a:t>Agregar texto</a:t>
            </a:r>
          </a:p>
        </p:txBody>
      </p:sp>
    </p:spTree>
    <p:extLst>
      <p:ext uri="{BB962C8B-B14F-4D97-AF65-F5344CB8AC3E}">
        <p14:creationId xmlns:p14="http://schemas.microsoft.com/office/powerpoint/2010/main" val="76489657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4" orient="horz" pos="348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lit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Logo">
            <a:extLst>
              <a:ext uri="{FF2B5EF4-FFF2-40B4-BE49-F238E27FC236}">
                <a16:creationId xmlns:a16="http://schemas.microsoft.com/office/drawing/2014/main" id="{1630DC1C-C3C8-477E-AC19-4DC706EB4992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10969625" cy="3085200"/>
          </a:xfrm>
          <a:blipFill dpi="0" rotWithShape="1">
            <a:blip r:embed="rId4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90CB4FC-C276-4DB5-A6E3-49DD9BC66B63}"/>
              </a:ext>
            </a:extLst>
          </p:cNvPr>
          <p:cNvSpPr>
            <a:spLocks noGrp="1"/>
          </p:cNvSpPr>
          <p:nvPr>
            <p:ph type="body" sz="quarter" idx="2" hasCustomPrompt="1"/>
          </p:nvPr>
        </p:nvSpPr>
        <p:spPr>
          <a:xfrm>
            <a:off x="205199" y="3495705"/>
            <a:ext cx="10558800" cy="2041094"/>
          </a:xfr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/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 noProof="1"/>
              <a:t>Agregar texto</a:t>
            </a:r>
          </a:p>
        </p:txBody>
      </p:sp>
    </p:spTree>
    <p:extLst>
      <p:ext uri="{BB962C8B-B14F-4D97-AF65-F5344CB8AC3E}">
        <p14:creationId xmlns:p14="http://schemas.microsoft.com/office/powerpoint/2010/main" val="83206144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949" userDrawn="1">
          <p15:clr>
            <a:srgbClr val="FBAE40"/>
          </p15:clr>
        </p15:guide>
        <p15:guide id="4" orient="horz" pos="3489" userDrawn="1">
          <p15:clr>
            <a:srgbClr val="FBAE40"/>
          </p15:clr>
        </p15:guide>
        <p15:guide id="5" orient="horz" pos="220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lit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>
            <a:extLst>
              <a:ext uri="{FF2B5EF4-FFF2-40B4-BE49-F238E27FC236}">
                <a16:creationId xmlns:a16="http://schemas.microsoft.com/office/drawing/2014/main" id="{FD4E5E48-387B-4CE0-80BE-1097F697DAD5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0"/>
            <a:ext cx="5486400" cy="6170400"/>
          </a:xfrm>
          <a:blipFill dpi="0" rotWithShape="1">
            <a:blip r:embed="rId3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6647D1E-89E9-4244-B52F-555902731C7A}"/>
              </a:ext>
            </a:extLst>
          </p:cNvPr>
          <p:cNvSpPr>
            <a:spLocks noGrp="1"/>
          </p:cNvSpPr>
          <p:nvPr>
            <p:ph type="body" sz="quarter" idx="2" hasCustomPrompt="1"/>
          </p:nvPr>
        </p:nvSpPr>
        <p:spPr>
          <a:xfrm>
            <a:off x="5895302" y="410492"/>
            <a:ext cx="4596486" cy="5126308"/>
          </a:xfr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/>
            </a:lvl1pPr>
            <a:lvl2pPr marL="198000" indent="0">
              <a:buFontTx/>
              <a:buNone/>
              <a:defRPr/>
            </a:lvl2pPr>
            <a:lvl3pPr marL="414000" indent="0">
              <a:buFontTx/>
              <a:buNone/>
              <a:defRPr/>
            </a:lvl3pPr>
            <a:lvl4pPr marL="612000" indent="0">
              <a:buFontTx/>
              <a:buNone/>
              <a:defRPr/>
            </a:lvl4pPr>
            <a:lvl5pPr marL="612000" indent="0">
              <a:buFontTx/>
              <a:buNone/>
              <a:defRPr/>
            </a:lvl5pPr>
          </a:lstStyle>
          <a:p>
            <a:pPr lvl="0"/>
            <a:r>
              <a:rPr lang="en-US" noProof="1"/>
              <a:t>Agregar texto</a:t>
            </a:r>
          </a:p>
        </p:txBody>
      </p:sp>
      <p:pic>
        <p:nvPicPr>
          <p:cNvPr id="6" name="SuperGraphic">
            <a:extLst>
              <a:ext uri="{FF2B5EF4-FFF2-40B4-BE49-F238E27FC236}">
                <a16:creationId xmlns:a16="http://schemas.microsoft.com/office/drawing/2014/main" id="{2D38AACD-EB97-4B81-ACAA-2074E22BBC01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799" y="0"/>
            <a:ext cx="68562" cy="6170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70059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456" userDrawn="1">
          <p15:clr>
            <a:srgbClr val="FBAE40"/>
          </p15:clr>
        </p15:guide>
        <p15:guide id="2" pos="6609" userDrawn="1">
          <p15:clr>
            <a:srgbClr val="FBAE40"/>
          </p15:clr>
        </p15:guide>
        <p15:guide id="3" orient="horz" pos="257" userDrawn="1">
          <p15:clr>
            <a:srgbClr val="FBAE40"/>
          </p15:clr>
        </p15:guide>
        <p15:guide id="4" orient="horz" pos="3489" userDrawn="1">
          <p15:clr>
            <a:srgbClr val="FBAE40"/>
          </p15:clr>
        </p15:guide>
        <p15:guide id="5" pos="3713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 logo horizont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0" y="-1"/>
            <a:ext cx="10969625" cy="6102967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  <p:pic>
        <p:nvPicPr>
          <p:cNvPr id="7" name="SuperGraphic">
            <a:extLst>
              <a:ext uri="{FF2B5EF4-FFF2-40B4-BE49-F238E27FC236}">
                <a16:creationId xmlns:a16="http://schemas.microsoft.com/office/drawing/2014/main" id="{B94F8A84-08DD-4D80-9910-12CC38592318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  <p:sp>
        <p:nvSpPr>
          <p:cNvPr id="6" name="Logo">
            <a:extLst>
              <a:ext uri="{FF2B5EF4-FFF2-40B4-BE49-F238E27FC236}">
                <a16:creationId xmlns:a16="http://schemas.microsoft.com/office/drawing/2014/main" id="{0C8D7868-566A-E406-AA76-0F7E438D3810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9672212" y="5561282"/>
            <a:ext cx="1231531" cy="506144"/>
          </a:xfrm>
          <a:blipFill>
            <a:blip r:embed="rId4"/>
            <a:stretch>
              <a:fillRect/>
            </a:stretch>
          </a:blipFill>
        </p:spPr>
        <p:txBody>
          <a:bodyPr anchor="t" anchorCtr="0"/>
          <a:lstStyle>
            <a:lvl1pPr marL="0" indent="0" algn="l">
              <a:buFontTx/>
              <a:buNone/>
              <a:defRPr sz="100">
                <a:noFill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 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135774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4" orient="horz" pos="384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 logo vertical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BBAF9A-7C35-481A-A051-34156DE6B27D}"/>
              </a:ext>
            </a:extLst>
          </p:cNvPr>
          <p:cNvSpPr>
            <a:spLocks noGrp="1"/>
          </p:cNvSpPr>
          <p:nvPr>
            <p:ph type="pic" sz="quarter" idx="1" hasCustomPrompt="1"/>
          </p:nvPr>
        </p:nvSpPr>
        <p:spPr>
          <a:xfrm>
            <a:off x="-1" y="0"/>
            <a:ext cx="10899775" cy="61704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anchor="ctr"/>
          <a:lstStyle>
            <a:lvl1pPr marL="0" indent="0" algn="ctr">
              <a:lnSpc>
                <a:spcPct val="600000"/>
              </a:lnSpc>
              <a:buFontTx/>
              <a:buNone/>
              <a:defRPr sz="900"/>
            </a:lvl1pPr>
          </a:lstStyle>
          <a:p>
            <a:r>
              <a:rPr lang="en-US" noProof="1"/>
              <a:t>Insert photo</a:t>
            </a:r>
          </a:p>
        </p:txBody>
      </p:sp>
      <p:pic>
        <p:nvPicPr>
          <p:cNvPr id="6" name="SuperGraphic">
            <a:extLst>
              <a:ext uri="{FF2B5EF4-FFF2-40B4-BE49-F238E27FC236}">
                <a16:creationId xmlns:a16="http://schemas.microsoft.com/office/drawing/2014/main" id="{2D38AACD-EB97-4B81-ACAA-2074E22BBC01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0799" y="0"/>
            <a:ext cx="68562" cy="6170613"/>
          </a:xfrm>
          <a:prstGeom prst="rect">
            <a:avLst/>
          </a:prstGeom>
        </p:spPr>
      </p:pic>
      <p:sp>
        <p:nvSpPr>
          <p:cNvPr id="2" name="Logo">
            <a:extLst>
              <a:ext uri="{FF2B5EF4-FFF2-40B4-BE49-F238E27FC236}">
                <a16:creationId xmlns:a16="http://schemas.microsoft.com/office/drawing/2014/main" id="{F002D116-88B8-2720-FAAC-860765E59F72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9672212" y="5561282"/>
            <a:ext cx="1231531" cy="506144"/>
          </a:xfrm>
          <a:blipFill>
            <a:blip r:embed="rId4"/>
            <a:stretch>
              <a:fillRect/>
            </a:stretch>
          </a:blipFill>
        </p:spPr>
        <p:txBody>
          <a:bodyPr anchor="t" anchorCtr="0"/>
          <a:lstStyle>
            <a:lvl1pPr marL="0" indent="0" algn="l">
              <a:buFontTx/>
              <a:buNone/>
              <a:defRPr sz="100">
                <a:noFill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 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32102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pos="686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Agregar título de diapositiva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05200" y="1296000"/>
            <a:ext cx="105588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897738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E29BFEC5-7639-4AE9-A818-5EB7EC3C9C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E99B80D-00FD-40C8-B929-FA71A2E035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Agregar título de diapositiva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4914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5853600" y="1295999"/>
            <a:ext cx="4914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2" name="AttachmentRemark">
            <a:extLst>
              <a:ext uri="{FF2B5EF4-FFF2-40B4-BE49-F238E27FC236}">
                <a16:creationId xmlns:a16="http://schemas.microsoft.com/office/drawing/2014/main" id="{0193DB20-8E77-4A05-AA77-554F32E8990F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A6EE88F-E97F-46A3-8AB7-354C833CF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78760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pos="3225" userDrawn="1">
          <p15:clr>
            <a:srgbClr val="FBAE40"/>
          </p15:clr>
        </p15:guide>
        <p15:guide id="9" pos="3687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hapter_titleonly">
            <a:extLst>
              <a:ext uri="{FF2B5EF4-FFF2-40B4-BE49-F238E27FC236}">
                <a16:creationId xmlns:a16="http://schemas.microsoft.com/office/drawing/2014/main" id="{7CCAFAD8-87FF-4E8A-B13E-2709A28399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213B860-B040-4AA5-BCCF-91A137076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Agregar título de diapositiva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3F3E027D-9EE5-4C12-9974-36EA025C350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00600" y="1296000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7596000" y="1295999"/>
            <a:ext cx="31680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3" name="AttachmentRemark">
            <a:extLst>
              <a:ext uri="{FF2B5EF4-FFF2-40B4-BE49-F238E27FC236}">
                <a16:creationId xmlns:a16="http://schemas.microsoft.com/office/drawing/2014/main" id="{79759149-285E-4F0E-938E-7199B34084BE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1F85651-AA1F-4EE5-A69C-0361B9A97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005200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pos="2126" userDrawn="1">
          <p15:clr>
            <a:srgbClr val="FBAE40"/>
          </p15:clr>
        </p15:guide>
        <p15:guide id="9" pos="2455" userDrawn="1">
          <p15:clr>
            <a:srgbClr val="FBAE40"/>
          </p15:clr>
        </p15:guide>
        <p15:guide id="10" pos="4453" userDrawn="1">
          <p15:clr>
            <a:srgbClr val="FBAE40"/>
          </p15:clr>
        </p15:guide>
        <p15:guide id="11" pos="478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Vertic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85E4898A-B45B-416F-8A7F-E57751056E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A33F6F31-B924-4EAD-BDA8-332AAD2C41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Agregar título de diapositiva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5399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877600" y="1295400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550000" y="1295399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4" hasCustomPrompt="1"/>
          </p:nvPr>
        </p:nvSpPr>
        <p:spPr>
          <a:xfrm>
            <a:off x="8222400" y="1295400"/>
            <a:ext cx="2541600" cy="4240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4" name="AttachmentRemark">
            <a:extLst>
              <a:ext uri="{FF2B5EF4-FFF2-40B4-BE49-F238E27FC236}">
                <a16:creationId xmlns:a16="http://schemas.microsoft.com/office/drawing/2014/main" id="{3A9A741C-7644-4810-ABAF-465822FC0D7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68EDC3-D46C-4E18-BC78-B9478A7BD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3114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pos="1731" userDrawn="1">
          <p15:clr>
            <a:srgbClr val="FBAE40"/>
          </p15:clr>
        </p15:guide>
        <p15:guide id="9" pos="1810" userDrawn="1">
          <p15:clr>
            <a:srgbClr val="FBAE40"/>
          </p15:clr>
        </p15:guide>
        <p15:guide id="10" pos="3417" userDrawn="1">
          <p15:clr>
            <a:srgbClr val="FBAE40"/>
          </p15:clr>
        </p15:guide>
        <p15:guide id="11" pos="3495" userDrawn="1">
          <p15:clr>
            <a:srgbClr val="FBAE40"/>
          </p15:clr>
        </p15:guide>
        <p15:guide id="12" pos="5098" userDrawn="1">
          <p15:clr>
            <a:srgbClr val="FBAE40"/>
          </p15:clr>
        </p15:guide>
        <p15:guide id="13" pos="517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Horizontal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9398DDFA-1939-498B-8921-7DDB40481F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B79D08E-37B8-49BA-9E18-ED577CD999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Agregar título de diapositiva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105588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105588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2" name="AttachmentRemark">
            <a:extLst>
              <a:ext uri="{FF2B5EF4-FFF2-40B4-BE49-F238E27FC236}">
                <a16:creationId xmlns:a16="http://schemas.microsoft.com/office/drawing/2014/main" id="{2E7C0809-54C2-4B00-97B9-AEB55C54DF3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37342F-2EB7-4EB1-963F-314A664F0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95637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orient="horz" pos="2113" userDrawn="1">
          <p15:clr>
            <a:srgbClr val="FBAE40"/>
          </p15:clr>
        </p15:guide>
        <p15:guide id="9" orient="horz" pos="219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90C8652B-1F43-4467-AC53-668A8D3D4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FDBB36D-E1FF-4336-B805-B8B7F4B25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Agregar título de diapositiva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5850000" y="1295999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4" hasCustomPrompt="1"/>
          </p:nvPr>
        </p:nvSpPr>
        <p:spPr>
          <a:xfrm>
            <a:off x="5850000" y="3481200"/>
            <a:ext cx="4914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4" name="AttachmentRemark">
            <a:extLst>
              <a:ext uri="{FF2B5EF4-FFF2-40B4-BE49-F238E27FC236}">
                <a16:creationId xmlns:a16="http://schemas.microsoft.com/office/drawing/2014/main" id="{43F0E5D0-784C-433E-AAB0-40D43C1BCBA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D5130-F453-4F60-9091-CC67A9512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51935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orient="horz" pos="2113" userDrawn="1">
          <p15:clr>
            <a:srgbClr val="FBAE40"/>
          </p15:clr>
        </p15:guide>
        <p15:guide id="9" orient="horz" pos="2192" userDrawn="1">
          <p15:clr>
            <a:srgbClr val="FBAE40"/>
          </p15:clr>
        </p15:guide>
        <p15:guide id="10" pos="3225" userDrawn="1">
          <p15:clr>
            <a:srgbClr val="FBAE40"/>
          </p15:clr>
        </p15:guide>
        <p15:guide id="11" pos="3683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hapter_titleonly">
            <a:extLst>
              <a:ext uri="{FF2B5EF4-FFF2-40B4-BE49-F238E27FC236}">
                <a16:creationId xmlns:a16="http://schemas.microsoft.com/office/drawing/2014/main" id="{FEDBFC76-9F59-4A18-8E8B-EDDF9CC208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226D581-60F4-440B-A410-F6582BC0DC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Agregar título de diapositiva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3900600" y="1295999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5" hasCustomPrompt="1"/>
          </p:nvPr>
        </p:nvSpPr>
        <p:spPr>
          <a:xfrm>
            <a:off x="7596000" y="1295999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5"/>
          <p:cNvSpPr>
            <a:spLocks noGrp="1"/>
          </p:cNvSpPr>
          <p:nvPr>
            <p:ph sz="half" idx="4" hasCustomPrompt="1"/>
          </p:nvPr>
        </p:nvSpPr>
        <p:spPr>
          <a:xfrm>
            <a:off x="39006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6"/>
          <p:cNvSpPr>
            <a:spLocks noGrp="1"/>
          </p:cNvSpPr>
          <p:nvPr>
            <p:ph sz="half" idx="6" hasCustomPrompt="1"/>
          </p:nvPr>
        </p:nvSpPr>
        <p:spPr>
          <a:xfrm>
            <a:off x="7596000" y="3481200"/>
            <a:ext cx="31680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6" name="AttachmentRemark">
            <a:extLst>
              <a:ext uri="{FF2B5EF4-FFF2-40B4-BE49-F238E27FC236}">
                <a16:creationId xmlns:a16="http://schemas.microsoft.com/office/drawing/2014/main" id="{C680F8C7-4715-4E6C-829A-E87F16C03BB3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4D98D-B6D0-4EAC-B595-B1B3F34F7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482577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pos="2126" userDrawn="1">
          <p15:clr>
            <a:srgbClr val="FBAE40"/>
          </p15:clr>
        </p15:guide>
        <p15:guide id="9" pos="2457" userDrawn="1">
          <p15:clr>
            <a:srgbClr val="FBAE40"/>
          </p15:clr>
        </p15:guide>
        <p15:guide id="10" pos="4453" userDrawn="1">
          <p15:clr>
            <a:srgbClr val="FBAE40"/>
          </p15:clr>
        </p15:guide>
        <p15:guide id="11" pos="4782" userDrawn="1">
          <p15:clr>
            <a:srgbClr val="FBAE40"/>
          </p15:clr>
        </p15:guide>
        <p15:guide id="12" orient="horz" pos="2113" userDrawn="1">
          <p15:clr>
            <a:srgbClr val="FBAE40"/>
          </p15:clr>
        </p15:guide>
        <p15:guide id="13" orient="horz" pos="2192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x 2 Contents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hapter_titleonly">
            <a:extLst>
              <a:ext uri="{FF2B5EF4-FFF2-40B4-BE49-F238E27FC236}">
                <a16:creationId xmlns:a16="http://schemas.microsoft.com/office/drawing/2014/main" id="{20D581F7-7281-48B4-B67B-7228F84F39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C7544615-D17B-4350-B517-7E469AC91A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200" y="648000"/>
            <a:ext cx="10558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Agregar título de diapositiva</a:t>
            </a:r>
          </a:p>
        </p:txBody>
      </p:sp>
      <p:sp>
        <p:nvSpPr>
          <p:cNvPr id="5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205200" y="12960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3" hasCustomPrompt="1"/>
          </p:nvPr>
        </p:nvSpPr>
        <p:spPr>
          <a:xfrm>
            <a:off x="2877600" y="1295999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58468F8D-277D-4F1A-84A1-62122010643F}"/>
              </a:ext>
            </a:extLst>
          </p:cNvPr>
          <p:cNvSpPr>
            <a:spLocks noGrp="1"/>
          </p:cNvSpPr>
          <p:nvPr>
            <p:ph sz="half" idx="5" hasCustomPrompt="1"/>
          </p:nvPr>
        </p:nvSpPr>
        <p:spPr>
          <a:xfrm>
            <a:off x="5550000" y="12960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4"/>
          <p:cNvSpPr>
            <a:spLocks noGrp="1"/>
          </p:cNvSpPr>
          <p:nvPr>
            <p:ph sz="half" idx="7" hasCustomPrompt="1"/>
          </p:nvPr>
        </p:nvSpPr>
        <p:spPr>
          <a:xfrm>
            <a:off x="8222400" y="1295999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half" idx="2" hasCustomPrompt="1"/>
          </p:nvPr>
        </p:nvSpPr>
        <p:spPr>
          <a:xfrm>
            <a:off x="2052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6"/>
          <p:cNvSpPr>
            <a:spLocks noGrp="1"/>
          </p:cNvSpPr>
          <p:nvPr>
            <p:ph sz="half" idx="4" hasCustomPrompt="1"/>
          </p:nvPr>
        </p:nvSpPr>
        <p:spPr>
          <a:xfrm>
            <a:off x="28776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8" name="Content Placeholder 7">
            <a:extLst>
              <a:ext uri="{FF2B5EF4-FFF2-40B4-BE49-F238E27FC236}">
                <a16:creationId xmlns:a16="http://schemas.microsoft.com/office/drawing/2014/main" id="{B143799E-2832-49D7-9953-45BACACA7549}"/>
              </a:ext>
            </a:extLst>
          </p:cNvPr>
          <p:cNvSpPr>
            <a:spLocks noGrp="1"/>
          </p:cNvSpPr>
          <p:nvPr>
            <p:ph sz="half" idx="6" hasCustomPrompt="1"/>
          </p:nvPr>
        </p:nvSpPr>
        <p:spPr>
          <a:xfrm>
            <a:off x="55500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half" idx="8" hasCustomPrompt="1"/>
          </p:nvPr>
        </p:nvSpPr>
        <p:spPr>
          <a:xfrm>
            <a:off x="8222400" y="3481200"/>
            <a:ext cx="2541600" cy="2055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Agregar texto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1" name="AttachmentRemark">
            <a:extLst>
              <a:ext uri="{FF2B5EF4-FFF2-40B4-BE49-F238E27FC236}">
                <a16:creationId xmlns:a16="http://schemas.microsoft.com/office/drawing/2014/main" id="{60F530EA-2EFB-4DC6-BA26-465D18FD265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FE2449-86F7-413D-AD74-17B8BDC57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371421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  <p15:guide id="8" orient="horz" pos="2113" userDrawn="1">
          <p15:clr>
            <a:srgbClr val="FBAE40"/>
          </p15:clr>
        </p15:guide>
        <p15:guide id="9" orient="horz" pos="2192" userDrawn="1">
          <p15:clr>
            <a:srgbClr val="FBAE40"/>
          </p15:clr>
        </p15:guide>
        <p15:guide id="10" pos="1731" userDrawn="1">
          <p15:clr>
            <a:srgbClr val="FBAE40"/>
          </p15:clr>
        </p15:guide>
        <p15:guide id="11" pos="1810" userDrawn="1">
          <p15:clr>
            <a:srgbClr val="FBAE40"/>
          </p15:clr>
        </p15:guide>
        <p15:guide id="12" pos="3416" userDrawn="1">
          <p15:clr>
            <a:srgbClr val="FBAE40"/>
          </p15:clr>
        </p15:guide>
        <p15:guide id="13" pos="3497" userDrawn="1">
          <p15:clr>
            <a:srgbClr val="FBAE40"/>
          </p15:clr>
        </p15:guide>
        <p15:guide id="14" pos="5098" userDrawn="1">
          <p15:clr>
            <a:srgbClr val="FBAE40"/>
          </p15:clr>
        </p15:guide>
        <p15:guide id="15" pos="517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05200" y="259200"/>
            <a:ext cx="10558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Agregar título de capítulo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C74776-286D-45CF-B42A-A491ED08BE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Agregar título de diapositiva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29A7-9E35-4523-8421-38341F67C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822274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ttachmentRemark">
            <a:extLst>
              <a:ext uri="{FF2B5EF4-FFF2-40B4-BE49-F238E27FC236}">
                <a16:creationId xmlns:a16="http://schemas.microsoft.com/office/drawing/2014/main" id="{C868D9BE-A299-4D0B-87AF-B491FAE5FD28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0A8589-A8D2-4132-B89B-2FADFC125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‹#›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07455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 userDrawn="1">
          <p15:clr>
            <a:srgbClr val="FBAE40"/>
          </p15:clr>
        </p15:guide>
        <p15:guide id="2" pos="67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7" orient="horz" pos="348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Logo">
            <a:extLst>
              <a:ext uri="{FF2B5EF4-FFF2-40B4-BE49-F238E27FC236}">
                <a16:creationId xmlns:a16="http://schemas.microsoft.com/office/drawing/2014/main" id="{F38A617B-35DF-43CE-B5F7-67FA9A7F2474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9054" y="5676108"/>
            <a:ext cx="1015200" cy="27668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5200" y="648000"/>
            <a:ext cx="10558800" cy="388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1"/>
              <a:t>Agregar título de diapositiva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5200" y="1296000"/>
            <a:ext cx="10558800" cy="4240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05200" y="5666400"/>
            <a:ext cx="288290" cy="41021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200">
                <a:solidFill>
                  <a:srgbClr val="999FA6"/>
                </a:solidFill>
                <a:latin typeface="+mn-lt"/>
              </a:defRPr>
            </a:lvl1pPr>
          </a:lstStyle>
          <a:p>
            <a:fld id="{4898AEC0-503E-4FA4-859C-D0F72D6E3F79}" type="slidenum">
              <a:rPr lang="en-US" noProof="1" dirty="0" smtClean="0"/>
              <a:pPr/>
              <a:t>‹#›</a:t>
            </a:fld>
            <a:endParaRPr lang="en-US" noProof="1"/>
          </a:p>
        </p:txBody>
      </p:sp>
      <p:sp>
        <p:nvSpPr>
          <p:cNvPr id="14" name="Bosch_footer_1">
            <a:extLst>
              <a:ext uri="{FF2B5EF4-FFF2-40B4-BE49-F238E27FC236}">
                <a16:creationId xmlns:a16="http://schemas.microsoft.com/office/drawing/2014/main" id="{179AD5EC-CEF2-4193-998B-D730BC74E01B}"/>
              </a:ext>
            </a:extLst>
          </p:cNvPr>
          <p:cNvSpPr txBox="1"/>
          <p:nvPr userDrawn="1"/>
        </p:nvSpPr>
        <p:spPr>
          <a:xfrm>
            <a:off x="547200" y="5688000"/>
            <a:ext cx="912600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  <a:latin typeface="+mn-lt"/>
              </a:rPr>
              <a:t>Internal C-SC1</a:t>
            </a:r>
            <a:r>
              <a:rPr lang="en-US" sz="600" kern="0" baseline="0" noProof="1">
                <a:solidFill>
                  <a:schemeClr val="tx1"/>
                </a:solidFill>
                <a:latin typeface="+mn-lt"/>
              </a:rPr>
              <a:t> | TlP/MFD | 2026-07-02</a:t>
            </a:r>
          </a:p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endParaRPr kumimoji="0" lang="en-US" sz="600" b="0" i="0" u="none" strike="noStrike" kern="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8" name="Bosch_footer_2">
            <a:extLst>
              <a:ext uri="{FF2B5EF4-FFF2-40B4-BE49-F238E27FC236}">
                <a16:creationId xmlns:a16="http://schemas.microsoft.com/office/drawing/2014/main" id="{C3D77AD5-379C-4A86-AFCF-32945A0FEE26}"/>
              </a:ext>
            </a:extLst>
          </p:cNvPr>
          <p:cNvSpPr txBox="1"/>
          <p:nvPr userDrawn="1"/>
        </p:nvSpPr>
        <p:spPr>
          <a:xfrm>
            <a:off x="547200" y="5793901"/>
            <a:ext cx="912600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kern="0" baseline="0" noProof="1">
                <a:solidFill>
                  <a:srgbClr val="B2B3B5"/>
                </a:solidFill>
                <a:latin typeface="+mn-lt"/>
              </a:rPr>
              <a:t>Todos los derechos reservados, también en relación a cualquier mantenimiento, utilización, reproducción, procesamiento y transferencia, así como en caso de solicitudes de derechos de propiedad.</a:t>
            </a:r>
          </a:p>
        </p:txBody>
      </p:sp>
      <p:sp>
        <p:nvSpPr>
          <p:cNvPr id="15" name="Bosch_footer_1" hidden="1">
            <a:extLst>
              <a:ext uri="{FF2B5EF4-FFF2-40B4-BE49-F238E27FC236}">
                <a16:creationId xmlns:a16="http://schemas.microsoft.com/office/drawing/2014/main" id="{DB0BF576-A4BE-4521-98AB-F28795DF7BD0}"/>
              </a:ext>
            </a:extLst>
          </p:cNvPr>
          <p:cNvSpPr txBox="1"/>
          <p:nvPr userDrawn="1"/>
        </p:nvSpPr>
        <p:spPr>
          <a:xfrm>
            <a:off x="816069" y="5383543"/>
            <a:ext cx="9154800" cy="10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</a:rPr>
              <a:t>%classification%</a:t>
            </a:r>
            <a:r>
              <a:rPr lang="en-US" sz="600" kern="0" baseline="0" noProof="1">
                <a:solidFill>
                  <a:schemeClr val="tx1"/>
                </a:solidFill>
              </a:rPr>
              <a:t>%businessunit%%departmentshort%%dateformat%</a:t>
            </a:r>
          </a:p>
        </p:txBody>
      </p:sp>
      <p:sp>
        <p:nvSpPr>
          <p:cNvPr id="9" name="Bosch_footer_2" hidden="1">
            <a:extLst>
              <a:ext uri="{FF2B5EF4-FFF2-40B4-BE49-F238E27FC236}">
                <a16:creationId xmlns:a16="http://schemas.microsoft.com/office/drawing/2014/main" id="{E897C98A-4665-443F-B1CF-E9B71E9916EC}"/>
              </a:ext>
            </a:extLst>
          </p:cNvPr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kern="0" baseline="0" noProof="1">
                <a:solidFill>
                  <a:schemeClr val="tx1"/>
                </a:solidFill>
              </a:rPr>
              <a:t>%repositoryremark%</a:t>
            </a:r>
            <a:r>
              <a:rPr lang="en-US" sz="600" kern="0" baseline="0" noProof="1">
                <a:solidFill>
                  <a:srgbClr val="B2B3B5"/>
                </a:solidFill>
              </a:rPr>
              <a:t>%copyright%</a:t>
            </a:r>
          </a:p>
        </p:txBody>
      </p:sp>
      <p:sp>
        <p:nvSpPr>
          <p:cNvPr id="5" name="Bosch_footer_conf" hidden="1">
            <a:extLst>
              <a:ext uri="{FF2B5EF4-FFF2-40B4-BE49-F238E27FC236}">
                <a16:creationId xmlns:a16="http://schemas.microsoft.com/office/drawing/2014/main" id="{F284BCA6-6C15-7058-29DB-AB9000B6F1CF}"/>
              </a:ext>
            </a:extLst>
          </p:cNvPr>
          <p:cNvSpPr txBox="1"/>
          <p:nvPr userDrawn="1"/>
        </p:nvSpPr>
        <p:spPr>
          <a:xfrm>
            <a:off x="816069" y="5168593"/>
            <a:ext cx="9154800" cy="10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</a:rPr>
              <a:t>%classification%</a:t>
            </a:r>
            <a:endParaRPr lang="en-US" sz="600" kern="0" baseline="0" noProof="1">
              <a:solidFill>
                <a:schemeClr val="tx1"/>
              </a:solidFill>
            </a:endParaRPr>
          </a:p>
        </p:txBody>
      </p:sp>
      <p:sp>
        <p:nvSpPr>
          <p:cNvPr id="13" name="AttachmentRemark" hidden="1">
            <a:extLst>
              <a:ext uri="{FF2B5EF4-FFF2-40B4-BE49-F238E27FC236}">
                <a16:creationId xmlns:a16="http://schemas.microsoft.com/office/drawing/2014/main" id="{F41551A9-D6BA-431A-8DBF-55BA472D9657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%attachmentremark% </a:t>
            </a:r>
          </a:p>
        </p:txBody>
      </p:sp>
      <p:pic>
        <p:nvPicPr>
          <p:cNvPr id="12" name="SuperGraphic">
            <a:extLst>
              <a:ext uri="{FF2B5EF4-FFF2-40B4-BE49-F238E27FC236}">
                <a16:creationId xmlns:a16="http://schemas.microsoft.com/office/drawing/2014/main" id="{1E0562BC-DD12-4C96-A115-D2D70EC1366D}"/>
              </a:ext>
            </a:extLst>
          </p:cNvPr>
          <p:cNvPicPr>
            <a:picLocks noSelect="1"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02000"/>
            <a:ext cx="10969200" cy="6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553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10" r:id="rId2"/>
    <p:sldLayoutId id="2147483713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46" r:id="rId11"/>
    <p:sldLayoutId id="2147483744" r:id="rId12"/>
    <p:sldLayoutId id="2147483724" r:id="rId13"/>
    <p:sldLayoutId id="2147483726" r:id="rId14"/>
    <p:sldLayoutId id="2147483727" r:id="rId15"/>
    <p:sldLayoutId id="2147483728" r:id="rId16"/>
    <p:sldLayoutId id="2147483729" r:id="rId17"/>
    <p:sldLayoutId id="2147483745" r:id="rId18"/>
    <p:sldLayoutId id="2147483723" r:id="rId19"/>
    <p:sldLayoutId id="2147483734" r:id="rId20"/>
  </p:sldLayoutIdLst>
  <p:hf hdr="0" ftr="0" dt="0"/>
  <p:txStyles>
    <p:titleStyle>
      <a:lvl1pPr algn="l" defTabSz="914333" rtl="0" eaLnBrk="1" latinLnBrk="0" hangingPunct="1">
        <a:lnSpc>
          <a:spcPct val="89000"/>
        </a:lnSpc>
        <a:spcBef>
          <a:spcPct val="0"/>
        </a:spcBef>
        <a:buNone/>
        <a:defRPr sz="28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30400" indent="-230400" algn="l" defTabSz="914333" rtl="0" eaLnBrk="1" latinLnBrk="0" hangingPunct="1">
        <a:lnSpc>
          <a:spcPct val="107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7600" indent="-230400" algn="l" defTabSz="914333" rtl="0" eaLnBrk="1" latinLnBrk="0" hangingPunct="1">
        <a:lnSpc>
          <a:spcPct val="103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4800" indent="-230400" algn="l" defTabSz="914333" rtl="0" eaLnBrk="1" latinLnBrk="0" hangingPunct="1">
        <a:lnSpc>
          <a:spcPct val="102000"/>
        </a:lnSpc>
        <a:spcBef>
          <a:spcPts val="5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602000" indent="-230400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6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3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9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8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6.sv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image" Target="../media/image15.svg"/><Relationship Id="rId2" Type="http://schemas.openxmlformats.org/officeDocument/2006/relationships/tags" Target="../tags/tag2.xml"/><Relationship Id="rId16" Type="http://schemas.openxmlformats.org/officeDocument/2006/relationships/image" Target="../media/image19.svg"/><Relationship Id="rId1" Type="http://schemas.openxmlformats.org/officeDocument/2006/relationships/themeOverride" Target="../theme/themeOverride1.xml"/><Relationship Id="rId6" Type="http://schemas.openxmlformats.org/officeDocument/2006/relationships/tags" Target="../tags/tag6.xml"/><Relationship Id="rId11" Type="http://schemas.openxmlformats.org/officeDocument/2006/relationships/image" Target="../media/image14.svg"/><Relationship Id="rId5" Type="http://schemas.openxmlformats.org/officeDocument/2006/relationships/tags" Target="../tags/tag5.xml"/><Relationship Id="rId15" Type="http://schemas.openxmlformats.org/officeDocument/2006/relationships/image" Target="../media/image18.svg"/><Relationship Id="rId10" Type="http://schemas.openxmlformats.org/officeDocument/2006/relationships/image" Target="../media/image13.png"/><Relationship Id="rId4" Type="http://schemas.openxmlformats.org/officeDocument/2006/relationships/tags" Target="../tags/tag4.xml"/><Relationship Id="rId9" Type="http://schemas.openxmlformats.org/officeDocument/2006/relationships/notesSlide" Target="../notesSlides/notesSlide2.xml"/><Relationship Id="rId14" Type="http://schemas.openxmlformats.org/officeDocument/2006/relationships/image" Target="../media/image1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8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9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tags" Target="../tags/tag11.xml"/><Relationship Id="rId7" Type="http://schemas.openxmlformats.org/officeDocument/2006/relationships/image" Target="../media/image16.svg"/><Relationship Id="rId2" Type="http://schemas.openxmlformats.org/officeDocument/2006/relationships/tags" Target="../tags/tag10.xml"/><Relationship Id="rId1" Type="http://schemas.openxmlformats.org/officeDocument/2006/relationships/themeOverride" Target="../theme/themeOverride4.xml"/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8.xml"/><Relationship Id="rId10" Type="http://schemas.openxmlformats.org/officeDocument/2006/relationships/image" Target="../media/image22.jpeg"/><Relationship Id="rId4" Type="http://schemas.openxmlformats.org/officeDocument/2006/relationships/tags" Target="../tags/tag12.xml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13.xml"/><Relationship Id="rId1" Type="http://schemas.openxmlformats.org/officeDocument/2006/relationships/themeOverride" Target="../theme/themeOverride5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14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2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tags" Target="../tags/tag15.xml"/><Relationship Id="rId1" Type="http://schemas.openxmlformats.org/officeDocument/2006/relationships/themeOverride" Target="../theme/themeOverride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2CEAD-74B7-A795-4D87-06BAA0C585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Cycle Time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07B5A-6539-B6D2-2CD2-0B2A5AA9B8B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/>
              <a:t>Jose Antonio Gonzalez Vazquez</a:t>
            </a:r>
          </a:p>
          <a:p>
            <a:r>
              <a:rPr lang="en-US" dirty="0" err="1"/>
              <a:t>TlP</a:t>
            </a:r>
            <a:r>
              <a:rPr lang="en-US" dirty="0"/>
              <a:t>/MFD</a:t>
            </a:r>
          </a:p>
        </p:txBody>
      </p:sp>
    </p:spTree>
    <p:extLst>
      <p:ext uri="{BB962C8B-B14F-4D97-AF65-F5344CB8AC3E}">
        <p14:creationId xmlns:p14="http://schemas.microsoft.com/office/powerpoint/2010/main" val="351404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7">
            <a:extLst>
              <a:ext uri="{FF2B5EF4-FFF2-40B4-BE49-F238E27FC236}">
                <a16:creationId xmlns:a16="http://schemas.microsoft.com/office/drawing/2014/main" id="{49B3DA40-C774-9E2F-9FED-DD9D806DB5B3}"/>
              </a:ext>
            </a:extLst>
          </p:cNvPr>
          <p:cNvSpPr txBox="1"/>
          <p:nvPr/>
        </p:nvSpPr>
        <p:spPr>
          <a:xfrm>
            <a:off x="6118568" y="944356"/>
            <a:ext cx="182101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333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altLang="zh-CN" sz="1400" b="1" i="0" u="none" strike="noStrike" kern="0" cap="none" spc="0" normalizeH="0" baseline="0" noProof="0" dirty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Bosch Office Sans" pitchFamily="2" charset="0"/>
                <a:ea typeface="Bosch Sans CHS" panose="020B0604020202020204" pitchFamily="34" charset="-120"/>
              </a:rPr>
              <a:t>No Real-Time </a:t>
            </a:r>
            <a:r>
              <a:rPr kumimoji="0" lang="es-MX" altLang="zh-CN" sz="1400" b="1" i="0" u="none" strike="noStrike" kern="0" cap="none" spc="0" normalizeH="0" baseline="0" noProof="0" dirty="0" err="1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Bosch Office Sans" pitchFamily="2" charset="0"/>
                <a:ea typeface="Bosch Sans CHS" panose="020B0604020202020204" pitchFamily="34" charset="-120"/>
              </a:rPr>
              <a:t>Metrics</a:t>
            </a:r>
            <a:endParaRPr kumimoji="0" lang="de-DE" sz="1400" b="1" i="0" u="none" strike="noStrike" kern="0" cap="none" spc="0" normalizeH="0" baseline="0" noProof="0" dirty="0">
              <a:ln>
                <a:noFill/>
              </a:ln>
              <a:solidFill>
                <a:srgbClr val="007BC0"/>
              </a:solidFill>
              <a:effectLst/>
              <a:uLnTx/>
              <a:uFillTx/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sp>
        <p:nvSpPr>
          <p:cNvPr id="9" name="Textplatzhalter 1">
            <a:extLst>
              <a:ext uri="{FF2B5EF4-FFF2-40B4-BE49-F238E27FC236}">
                <a16:creationId xmlns:a16="http://schemas.microsoft.com/office/drawing/2014/main" id="{08FCF591-14FB-FA57-1237-99BB9941CEAE}"/>
              </a:ext>
            </a:extLst>
          </p:cNvPr>
          <p:cNvSpPr txBox="1">
            <a:spLocks/>
          </p:cNvSpPr>
          <p:nvPr/>
        </p:nvSpPr>
        <p:spPr>
          <a:xfrm>
            <a:off x="5670893" y="352786"/>
            <a:ext cx="5095631" cy="37882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333" rtl="0" eaLnBrk="1" latinLnBrk="0" hangingPunct="1">
              <a:lnSpc>
                <a:spcPct val="107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98000" indent="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14000" indent="0" algn="l" defTabSz="914333" rtl="0" eaLnBrk="1" latinLnBrk="0" hangingPunct="1">
              <a:lnSpc>
                <a:spcPct val="102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12000" indent="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Tx/>
              <a:buNone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12000" indent="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Tx/>
              <a:buNone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2000" indent="-23040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2000" indent="-23040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2000" indent="-23040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2000" indent="-23040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Aft>
                <a:spcPts val="0"/>
              </a:spcAft>
            </a:pPr>
            <a:r>
              <a:rPr lang="en-US" sz="2400" b="1" dirty="0">
                <a:latin typeface="Bosch Sans" panose="020B0604020202020204" pitchFamily="34" charset="0"/>
              </a:rPr>
              <a:t>Current State</a:t>
            </a:r>
            <a:endParaRPr lang="en-US" sz="2400" b="1" kern="0" dirty="0">
              <a:solidFill>
                <a:srgbClr val="000000"/>
              </a:solidFill>
              <a:latin typeface="Bosch Sans" panose="020B0604020202020204" pitchFamily="34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E00E6A8F-4948-4A98-DC6F-A450FC0FFC19}"/>
              </a:ext>
            </a:extLst>
          </p:cNvPr>
          <p:cNvPicPr>
            <a:picLocks noChangeAspect="1"/>
          </p:cNvPicPr>
          <p:nvPr>
            <p:ph type="pic" sz="quarter" idx="1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81"/>
          <a:stretch>
            <a:fillRect/>
          </a:stretch>
        </p:blipFill>
        <p:spPr bwMode="auto">
          <a:xfrm>
            <a:off x="1" y="0"/>
            <a:ext cx="5041900" cy="617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hteck 4">
            <a:extLst>
              <a:ext uri="{FF2B5EF4-FFF2-40B4-BE49-F238E27FC236}">
                <a16:creationId xmlns:a16="http://schemas.microsoft.com/office/drawing/2014/main" id="{F75925E9-CCE3-95CB-34FC-6A07294F8C1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792710" y="1403839"/>
            <a:ext cx="3747341" cy="430887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No centralized view of cycle time across production lines.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7AE8CE73-4962-7220-2109-B3DC3241E4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63504" y="1390682"/>
            <a:ext cx="457200" cy="457200"/>
          </a:xfrm>
          <a:prstGeom prst="rect">
            <a:avLst/>
          </a:prstGeom>
        </p:spPr>
      </p:pic>
      <p:sp>
        <p:nvSpPr>
          <p:cNvPr id="34" name="Rechteck 4">
            <a:extLst>
              <a:ext uri="{FF2B5EF4-FFF2-40B4-BE49-F238E27FC236}">
                <a16:creationId xmlns:a16="http://schemas.microsoft.com/office/drawing/2014/main" id="{09505F23-B537-0A44-DD38-AB230A6B4F6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792708" y="5031379"/>
            <a:ext cx="3747341" cy="215444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Slower decision-making.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sp>
        <p:nvSpPr>
          <p:cNvPr id="36" name="Rechteck 4">
            <a:extLst>
              <a:ext uri="{FF2B5EF4-FFF2-40B4-BE49-F238E27FC236}">
                <a16:creationId xmlns:a16="http://schemas.microsoft.com/office/drawing/2014/main" id="{907161C7-0CF2-8203-C822-6833DCB80698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792708" y="4456433"/>
            <a:ext cx="4274004" cy="215444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Delayed issue detection.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sp>
        <p:nvSpPr>
          <p:cNvPr id="38" name="Textfeld 17">
            <a:extLst>
              <a:ext uri="{FF2B5EF4-FFF2-40B4-BE49-F238E27FC236}">
                <a16:creationId xmlns:a16="http://schemas.microsoft.com/office/drawing/2014/main" id="{5D3F58DD-6FA9-606E-6D55-1F6A9762CABC}"/>
              </a:ext>
            </a:extLst>
          </p:cNvPr>
          <p:cNvSpPr txBox="1"/>
          <p:nvPr/>
        </p:nvSpPr>
        <p:spPr>
          <a:xfrm>
            <a:off x="6118568" y="3420894"/>
            <a:ext cx="1381789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333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Bosch Office Sans" pitchFamily="2" charset="0"/>
                <a:ea typeface="Bosch Sans CHS" panose="020B0604020202020204" pitchFamily="34" charset="-120"/>
              </a:rPr>
              <a:t>Manual Reviews</a:t>
            </a:r>
            <a:endParaRPr kumimoji="0" lang="de-DE" sz="1400" b="1" i="0" u="none" strike="noStrike" kern="0" cap="none" spc="0" normalizeH="0" baseline="0" noProof="0" dirty="0">
              <a:ln>
                <a:noFill/>
              </a:ln>
              <a:solidFill>
                <a:srgbClr val="007BC0"/>
              </a:solidFill>
              <a:effectLst/>
              <a:uLnTx/>
              <a:uFillTx/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1A6D84DA-9C8F-316E-A2CE-C92768383F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63504" y="4335555"/>
            <a:ext cx="457200" cy="4572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385D8A96-89E8-888F-55CC-3BEBBC0EA3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49785" y="4913931"/>
            <a:ext cx="457200" cy="457200"/>
          </a:xfrm>
          <a:prstGeom prst="rect">
            <a:avLst/>
          </a:prstGeom>
        </p:spPr>
      </p:pic>
      <p:sp>
        <p:nvSpPr>
          <p:cNvPr id="44" name="Rechteck 4">
            <a:extLst>
              <a:ext uri="{FF2B5EF4-FFF2-40B4-BE49-F238E27FC236}">
                <a16:creationId xmlns:a16="http://schemas.microsoft.com/office/drawing/2014/main" id="{EE83220C-42BD-C3C3-C124-2128E3D40141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6809462" y="3881487"/>
            <a:ext cx="4274004" cy="215444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Line-by-line analysis.</a:t>
            </a:r>
            <a:endParaRPr lang="en-US" altLang="zh-CN" sz="1400" b="1" kern="0" dirty="0"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pic>
        <p:nvPicPr>
          <p:cNvPr id="45" name="Graphic 44">
            <a:extLst>
              <a:ext uri="{FF2B5EF4-FFF2-40B4-BE49-F238E27FC236}">
                <a16:creationId xmlns:a16="http://schemas.microsoft.com/office/drawing/2014/main" id="{294B6794-B293-8951-2662-7C8AE5F8C4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67022" y="3757178"/>
            <a:ext cx="457200" cy="457200"/>
          </a:xfrm>
          <a:prstGeom prst="rect">
            <a:avLst/>
          </a:prstGeom>
        </p:spPr>
      </p:pic>
      <p:sp>
        <p:nvSpPr>
          <p:cNvPr id="49" name="Rechteck 4">
            <a:extLst>
              <a:ext uri="{FF2B5EF4-FFF2-40B4-BE49-F238E27FC236}">
                <a16:creationId xmlns:a16="http://schemas.microsoft.com/office/drawing/2014/main" id="{3E385368-262F-3397-D3A7-5E65E57396DA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6792707" y="2075097"/>
            <a:ext cx="3747341" cy="430887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Current cycle time calculation has limited effectiveness.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sp>
        <p:nvSpPr>
          <p:cNvPr id="50" name="Rechteck 4">
            <a:extLst>
              <a:ext uri="{FF2B5EF4-FFF2-40B4-BE49-F238E27FC236}">
                <a16:creationId xmlns:a16="http://schemas.microsoft.com/office/drawing/2014/main" id="{9D8EB3AC-63E9-4E82-8770-46CC86E188C5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6792706" y="2744858"/>
            <a:ext cx="3747341" cy="430887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Deviations from target are not </a:t>
            </a:r>
            <a:r>
              <a:rPr lang="en-US" sz="1400" dirty="0" err="1"/>
              <a:t>inmediately</a:t>
            </a:r>
            <a:r>
              <a:rPr lang="en-US" sz="1400" dirty="0"/>
              <a:t> visible.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pic>
        <p:nvPicPr>
          <p:cNvPr id="52" name="Graphic 51">
            <a:extLst>
              <a:ext uri="{FF2B5EF4-FFF2-40B4-BE49-F238E27FC236}">
                <a16:creationId xmlns:a16="http://schemas.microsoft.com/office/drawing/2014/main" id="{5B58BF7E-183B-237E-1DCF-D356855BCA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045864" y="2061747"/>
            <a:ext cx="457200" cy="4572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F7129984-E4B5-D5E4-9E8A-10AA012C94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063504" y="2737894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31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erader Verbinder 10">
            <a:extLst>
              <a:ext uri="{FF2B5EF4-FFF2-40B4-BE49-F238E27FC236}">
                <a16:creationId xmlns:a16="http://schemas.microsoft.com/office/drawing/2014/main" id="{48C456CC-0D9D-EBA2-819D-7C11ADA0E406}"/>
              </a:ext>
            </a:extLst>
          </p:cNvPr>
          <p:cNvCxnSpPr>
            <a:cxnSpLocks/>
            <a:endCxn id="35" idx="4"/>
          </p:cNvCxnSpPr>
          <p:nvPr/>
        </p:nvCxnSpPr>
        <p:spPr>
          <a:xfrm flipH="1">
            <a:off x="435066" y="2388853"/>
            <a:ext cx="1632" cy="2032125"/>
          </a:xfrm>
          <a:prstGeom prst="lin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style>
          <a:lnRef idx="1">
            <a:srgbClr val="00884A"/>
          </a:lnRef>
          <a:fillRef idx="0">
            <a:srgbClr val="00884A"/>
          </a:fillRef>
          <a:effectRef idx="0">
            <a:srgbClr val="00884A"/>
          </a:effectRef>
          <a:fontRef idx="minor">
            <a:schemeClr val="tx1"/>
          </a:fontRef>
        </p:style>
      </p:cxnSp>
      <p:sp>
        <p:nvSpPr>
          <p:cNvPr id="27" name="Ellipse 11">
            <a:extLst>
              <a:ext uri="{FF2B5EF4-FFF2-40B4-BE49-F238E27FC236}">
                <a16:creationId xmlns:a16="http://schemas.microsoft.com/office/drawing/2014/main" id="{F4DDE344-A7B3-0AC3-2616-63285A2CA541}"/>
              </a:ext>
            </a:extLst>
          </p:cNvPr>
          <p:cNvSpPr/>
          <p:nvPr/>
        </p:nvSpPr>
        <p:spPr>
          <a:xfrm>
            <a:off x="203200" y="2030713"/>
            <a:ext cx="463731" cy="46373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kern="0" cap="none" spc="0" normalizeH="0" baseline="0" noProof="0">
                <a:solidFill>
                  <a:srgbClr val="FFFFFF"/>
                </a:solidFill>
                <a:effectLst/>
                <a:uLnTx/>
                <a:uFillTx/>
                <a:latin typeface="+mn-lt"/>
              </a:rPr>
              <a:t>1</a:t>
            </a:r>
            <a:endParaRPr kumimoji="0" lang="en-US" sz="1800" b="1" i="0" u="none" strike="noStrike" kern="0" cap="none" spc="0" normalizeH="0" baseline="0" noProof="0" dirty="0">
              <a:solidFill>
                <a:srgbClr val="FFFFFF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28" name="Ellipse 12">
            <a:extLst>
              <a:ext uri="{FF2B5EF4-FFF2-40B4-BE49-F238E27FC236}">
                <a16:creationId xmlns:a16="http://schemas.microsoft.com/office/drawing/2014/main" id="{DE1487DF-8770-066D-E213-5BFBF6D863B1}"/>
              </a:ext>
            </a:extLst>
          </p:cNvPr>
          <p:cNvSpPr/>
          <p:nvPr/>
        </p:nvSpPr>
        <p:spPr>
          <a:xfrm>
            <a:off x="203200" y="2993980"/>
            <a:ext cx="463731" cy="46373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1" kern="0">
                <a:solidFill>
                  <a:srgbClr val="FFFFFF"/>
                </a:solidFill>
                <a:latin typeface="+mn-lt"/>
              </a:rPr>
              <a:t>2</a:t>
            </a:r>
            <a:endParaRPr kumimoji="0" lang="en-US" sz="1800" b="1" i="0" u="none" strike="noStrike" kern="0" cap="none" spc="0" normalizeH="0" baseline="0" noProof="0" dirty="0">
              <a:solidFill>
                <a:srgbClr val="FFFFFF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35" name="Ellipse 13">
            <a:extLst>
              <a:ext uri="{FF2B5EF4-FFF2-40B4-BE49-F238E27FC236}">
                <a16:creationId xmlns:a16="http://schemas.microsoft.com/office/drawing/2014/main" id="{C4824FC3-3696-C033-0852-C42AD62B1232}"/>
              </a:ext>
            </a:extLst>
          </p:cNvPr>
          <p:cNvSpPr/>
          <p:nvPr/>
        </p:nvSpPr>
        <p:spPr>
          <a:xfrm>
            <a:off x="203200" y="3957247"/>
            <a:ext cx="463731" cy="46373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b="1" kern="0">
                <a:solidFill>
                  <a:srgbClr val="FFFFFF"/>
                </a:solidFill>
                <a:latin typeface="+mn-lt"/>
              </a:rPr>
              <a:t>3</a:t>
            </a:r>
            <a:endParaRPr kumimoji="0" lang="en-US" sz="1800" b="1" i="0" u="none" strike="noStrike" kern="0" cap="none" spc="0" normalizeH="0" baseline="0" noProof="0" dirty="0">
              <a:solidFill>
                <a:srgbClr val="FFFFFF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898797" y="2047135"/>
            <a:ext cx="3872191" cy="43088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R="0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Benchmark performed with Juárez 1 to compare operational practices.</a:t>
            </a:r>
            <a:endParaRPr kumimoji="0" lang="en-US" sz="1400" b="0" i="0" u="none" strike="noStrike" kern="0" cap="none" spc="0" normalizeH="0" baseline="0" noProof="0" dirty="0">
              <a:effectLst/>
              <a:uLnTx/>
              <a:uFillTx/>
              <a:latin typeface="+mn-lt"/>
            </a:endParaRPr>
          </a:p>
        </p:txBody>
      </p:sp>
      <p:sp>
        <p:nvSpPr>
          <p:cNvPr id="18" name="Textfeld 17"/>
          <p:cNvSpPr txBox="1"/>
          <p:nvPr/>
        </p:nvSpPr>
        <p:spPr>
          <a:xfrm>
            <a:off x="898797" y="3101701"/>
            <a:ext cx="3872191" cy="43088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400" dirty="0"/>
              <a:t>Differences were identified in the approach used to obtain cycle time.</a:t>
            </a:r>
            <a:endParaRPr lang="en-US" sz="1400" kern="0" dirty="0">
              <a:latin typeface="+mn-lt"/>
            </a:endParaRPr>
          </a:p>
        </p:txBody>
      </p:sp>
      <p:sp>
        <p:nvSpPr>
          <p:cNvPr id="20" name="Textfeld 19"/>
          <p:cNvSpPr txBox="1"/>
          <p:nvPr/>
        </p:nvSpPr>
        <p:spPr>
          <a:xfrm>
            <a:off x="898797" y="4064969"/>
            <a:ext cx="3872191" cy="43088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sz="1400" dirty="0"/>
              <a:t>The analysis showed that our current methodology had opportunities for improvement.</a:t>
            </a:r>
            <a:endParaRPr lang="en-US" sz="1400" kern="0" dirty="0">
              <a:latin typeface="+mn-lt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B76F37B-50A2-ECD3-E059-B51056BB7C2D}"/>
              </a:ext>
            </a:extLst>
          </p:cNvPr>
          <p:cNvSpPr txBox="1"/>
          <p:nvPr/>
        </p:nvSpPr>
        <p:spPr>
          <a:xfrm>
            <a:off x="1693889" y="61459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9BF63B45-53F7-29F0-0777-CF406447B073}"/>
              </a:ext>
            </a:extLst>
          </p:cNvPr>
          <p:cNvSpPr txBox="1"/>
          <p:nvPr/>
        </p:nvSpPr>
        <p:spPr>
          <a:xfrm>
            <a:off x="6011056" y="-92938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2" name="Foliennummernplatzhalter 3">
            <a:extLst>
              <a:ext uri="{FF2B5EF4-FFF2-40B4-BE49-F238E27FC236}">
                <a16:creationId xmlns:a16="http://schemas.microsoft.com/office/drawing/2014/main" id="{B82FBB9D-A7CB-3D54-B55C-4B8F0B75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05200" y="5666400"/>
            <a:ext cx="288290" cy="410210"/>
          </a:xfrm>
        </p:spPr>
        <p:txBody>
          <a:bodyPr/>
          <a:lstStyle/>
          <a:p>
            <a:fld id="{4898AEC0-503E-4FA4-859C-D0F72D6E3F79}" type="slidenum">
              <a:rPr lang="en-US" noProof="1" smtClean="0"/>
              <a:pPr/>
              <a:t>3</a:t>
            </a:fld>
            <a:endParaRPr lang="en-US" noProof="1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C1097645-F7F2-808E-C94F-B355874B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199" y="648000"/>
            <a:ext cx="10558800" cy="388800"/>
          </a:xfrm>
        </p:spPr>
        <p:txBody>
          <a:bodyPr lIns="0" tIns="0" rIns="0" bIns="0"/>
          <a:lstStyle/>
          <a:p>
            <a:r>
              <a:rPr lang="en-US" dirty="0"/>
              <a:t>Benchmark</a:t>
            </a:r>
            <a:endParaRPr lang="de-DE" dirty="0"/>
          </a:p>
        </p:txBody>
      </p:sp>
      <p:sp>
        <p:nvSpPr>
          <p:cNvPr id="4" name="chapter_conv">
            <a:extLst>
              <a:ext uri="{FF2B5EF4-FFF2-40B4-BE49-F238E27FC236}">
                <a16:creationId xmlns:a16="http://schemas.microsoft.com/office/drawing/2014/main" id="{E6AA0AEC-158B-6C0B-D175-C80DFAE06B3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05199" y="259200"/>
            <a:ext cx="10558800" cy="388800"/>
          </a:xfrm>
        </p:spPr>
        <p:txBody>
          <a:bodyPr vert="horz" lIns="0" tIns="0" rIns="0" bIns="0" rtlCol="0">
            <a:noAutofit/>
          </a:bodyPr>
          <a:lstStyle/>
          <a:p>
            <a:r>
              <a:rPr lang="de-DE" dirty="0"/>
              <a:t>Root Cause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96ABBD-3119-168B-A9D5-5E1AD59A5D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2781" y="462611"/>
            <a:ext cx="5001778" cy="5062738"/>
          </a:xfrm>
          <a:prstGeom prst="rect">
            <a:avLst/>
          </a:prstGeom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2924433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205232" y="1295400"/>
            <a:ext cx="10558767" cy="4243388"/>
          </a:xfrm>
          <a:prstGeom prst="rect">
            <a:avLst/>
          </a:prstGeom>
          <a:solidFill>
            <a:srgbClr val="EFF1F2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Sans Regular" panose="020B0604020202020204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05199" y="648000"/>
            <a:ext cx="10558800" cy="388800"/>
          </a:xfrm>
        </p:spPr>
        <p:txBody>
          <a:bodyPr lIns="0" tIns="0" rIns="0" bIns="0"/>
          <a:lstStyle/>
          <a:p>
            <a:r>
              <a:rPr lang="en-US" dirty="0"/>
              <a:t>Current Cycle Time Calculation Limitation</a:t>
            </a:r>
            <a:endParaRPr lang="de-DE" dirty="0"/>
          </a:p>
        </p:txBody>
      </p:sp>
      <p:sp>
        <p:nvSpPr>
          <p:cNvPr id="3" name="chapter_conv"/>
          <p:cNvSpPr>
            <a:spLocks noGrp="1"/>
          </p:cNvSpPr>
          <p:nvPr>
            <p:ph type="body" sz="quarter" idx="15"/>
          </p:nvPr>
        </p:nvSpPr>
        <p:spPr>
          <a:xfrm>
            <a:off x="205199" y="259200"/>
            <a:ext cx="10558800" cy="388800"/>
          </a:xfrm>
        </p:spPr>
        <p:txBody>
          <a:bodyPr vert="horz" lIns="0" tIns="0" rIns="0" bIns="0" rtlCol="0">
            <a:noAutofit/>
          </a:bodyPr>
          <a:lstStyle/>
          <a:p>
            <a:r>
              <a:rPr lang="de-DE" dirty="0"/>
              <a:t>Root Cause</a:t>
            </a:r>
          </a:p>
        </p:txBody>
      </p:sp>
      <p:grpSp>
        <p:nvGrpSpPr>
          <p:cNvPr id="10" name="Gruppieren 9"/>
          <p:cNvGrpSpPr/>
          <p:nvPr/>
        </p:nvGrpSpPr>
        <p:grpSpPr>
          <a:xfrm>
            <a:off x="336639" y="1799748"/>
            <a:ext cx="463731" cy="2995391"/>
            <a:chOff x="2540724" y="1626326"/>
            <a:chExt cx="463731" cy="2995391"/>
          </a:xfrm>
        </p:grpSpPr>
        <p:cxnSp>
          <p:nvCxnSpPr>
            <p:cNvPr id="11" name="Gerader Verbinder 10"/>
            <p:cNvCxnSpPr>
              <a:cxnSpLocks/>
              <a:endCxn id="15" idx="4"/>
            </p:cNvCxnSpPr>
            <p:nvPr/>
          </p:nvCxnSpPr>
          <p:spPr>
            <a:xfrm flipH="1">
              <a:off x="2772590" y="1626326"/>
              <a:ext cx="1632" cy="299539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rgbClr val="00884A"/>
            </a:lnRef>
            <a:fillRef idx="0">
              <a:srgbClr val="00884A"/>
            </a:fillRef>
            <a:effectRef idx="0">
              <a:srgbClr val="00884A"/>
            </a:effectRef>
            <a:fontRef idx="minor">
              <a:schemeClr val="tx1"/>
            </a:fontRef>
          </p:style>
        </p:cxnSp>
        <p:sp>
          <p:nvSpPr>
            <p:cNvPr id="12" name="Ellipse 11"/>
            <p:cNvSpPr/>
            <p:nvPr/>
          </p:nvSpPr>
          <p:spPr>
            <a:xfrm>
              <a:off x="2540724" y="1626326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1800" b="1" i="0" u="none" strike="noStrike" kern="0" cap="none" spc="0" normalizeH="0" baseline="0" noProof="0" dirty="0">
                  <a:solidFill>
                    <a:srgbClr val="FFFFFF"/>
                  </a:solidFill>
                  <a:effectLst/>
                  <a:uLnTx/>
                  <a:uFillTx/>
                  <a:latin typeface="+mn-lt"/>
                </a:rPr>
                <a:t>1</a:t>
              </a:r>
            </a:p>
          </p:txBody>
        </p:sp>
        <p:sp>
          <p:nvSpPr>
            <p:cNvPr id="13" name="Ellipse 12"/>
            <p:cNvSpPr/>
            <p:nvPr/>
          </p:nvSpPr>
          <p:spPr>
            <a:xfrm>
              <a:off x="2540724" y="2470213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de-DE" b="1" kern="0" dirty="0">
                  <a:solidFill>
                    <a:srgbClr val="FFFFFF"/>
                  </a:solidFill>
                  <a:latin typeface="+mn-lt"/>
                </a:rPr>
                <a:t>2</a:t>
              </a:r>
              <a:endParaRPr kumimoji="0" lang="de-DE" sz="1800" b="1" i="0" u="none" strike="noStrike" kern="0" cap="none" spc="0" normalizeH="0" baseline="0" noProof="0" dirty="0">
                <a:solidFill>
                  <a:srgbClr val="FFFFFF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4" name="Ellipse 13"/>
            <p:cNvSpPr/>
            <p:nvPr/>
          </p:nvSpPr>
          <p:spPr>
            <a:xfrm>
              <a:off x="2540724" y="3314100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de-DE" b="1" kern="0" dirty="0">
                  <a:solidFill>
                    <a:srgbClr val="FFFFFF"/>
                  </a:solidFill>
                  <a:latin typeface="+mn-lt"/>
                </a:rPr>
                <a:t>3</a:t>
              </a:r>
              <a:endParaRPr kumimoji="0" lang="de-DE" sz="1800" b="1" i="0" u="none" strike="noStrike" kern="0" cap="none" spc="0" normalizeH="0" baseline="0" noProof="0" dirty="0">
                <a:solidFill>
                  <a:srgbClr val="FFFFFF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5" name="Ellipse 14"/>
            <p:cNvSpPr/>
            <p:nvPr/>
          </p:nvSpPr>
          <p:spPr>
            <a:xfrm>
              <a:off x="2540724" y="4157986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de-DE" b="1" kern="0" noProof="0" dirty="0">
                  <a:solidFill>
                    <a:srgbClr val="FFFFFF"/>
                  </a:solidFill>
                  <a:latin typeface="+mn-lt"/>
                </a:rPr>
                <a:t>4</a:t>
              </a:r>
              <a:endParaRPr kumimoji="0" lang="de-DE" sz="1800" b="1" i="0" u="none" strike="noStrike" kern="0" cap="none" spc="0" normalizeH="0" baseline="0" noProof="0" dirty="0">
                <a:solidFill>
                  <a:srgbClr val="FFFFFF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997946" y="1894391"/>
            <a:ext cx="2282781" cy="3103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200" dirty="0"/>
              <a:t>The current calculation only considers the previous </a:t>
            </a:r>
            <a:r>
              <a:rPr lang="en-US" sz="1200" b="1" dirty="0"/>
              <a:t>2 hours of data.</a:t>
            </a:r>
            <a:endParaRPr kumimoji="0" lang="de-DE" sz="1200" b="0" i="0" u="none" strike="noStrike" kern="0" cap="none" spc="0" normalizeH="0" baseline="0" noProof="0" dirty="0">
              <a:solidFill>
                <a:srgbClr val="000000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18" name="Textfeld 17"/>
          <p:cNvSpPr txBox="1"/>
          <p:nvPr/>
        </p:nvSpPr>
        <p:spPr>
          <a:xfrm>
            <a:off x="997946" y="2738278"/>
            <a:ext cx="1790593" cy="3103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Cycle time metrics are not available for day-to-day historical analysis.</a:t>
            </a:r>
            <a:endParaRPr lang="de-DE" sz="1200" kern="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0" name="Textfeld 19"/>
          <p:cNvSpPr txBox="1"/>
          <p:nvPr/>
        </p:nvSpPr>
        <p:spPr>
          <a:xfrm>
            <a:off x="997946" y="3581032"/>
            <a:ext cx="1927753" cy="3103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The current calculation approach is not suitable for data inflation scenarios.</a:t>
            </a:r>
            <a:endParaRPr lang="de-DE" sz="1200" kern="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2" name="Textfeld 21"/>
          <p:cNvSpPr txBox="1"/>
          <p:nvPr/>
        </p:nvSpPr>
        <p:spPr>
          <a:xfrm>
            <a:off x="997946" y="4426980"/>
            <a:ext cx="2003965" cy="3103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Historical cycle time data is not available.</a:t>
            </a:r>
            <a:endParaRPr lang="de-DE" sz="1200" kern="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BC025A-7F3A-2483-36EC-24D4375C7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4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967C8B-C115-3CB2-A7E1-8C63CBA74E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94" r="21360"/>
          <a:stretch>
            <a:fillRect/>
          </a:stretch>
        </p:blipFill>
        <p:spPr>
          <a:xfrm>
            <a:off x="3781960" y="1799748"/>
            <a:ext cx="6769147" cy="3471163"/>
          </a:xfrm>
          <a:prstGeom prst="rect">
            <a:avLst/>
          </a:prstGeom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4014045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3A387-9F63-312B-E10C-A46BBB13A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7">
            <a:extLst>
              <a:ext uri="{FF2B5EF4-FFF2-40B4-BE49-F238E27FC236}">
                <a16:creationId xmlns:a16="http://schemas.microsoft.com/office/drawing/2014/main" id="{69E517F4-601B-F026-1581-1BD65CB520C6}"/>
              </a:ext>
            </a:extLst>
          </p:cNvPr>
          <p:cNvSpPr txBox="1"/>
          <p:nvPr/>
        </p:nvSpPr>
        <p:spPr>
          <a:xfrm>
            <a:off x="5802135" y="1176143"/>
            <a:ext cx="2636940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333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1" i="0" u="none" strike="noStrike" kern="0" cap="none" spc="0" normalizeH="0" baseline="0" noProof="0" dirty="0">
                <a:ln>
                  <a:noFill/>
                </a:ln>
                <a:solidFill>
                  <a:srgbClr val="007BC0"/>
                </a:solidFill>
                <a:effectLst/>
                <a:uLnTx/>
                <a:uFillTx/>
                <a:latin typeface="Bosch Office Sans" pitchFamily="2" charset="0"/>
                <a:ea typeface="Bosch Sans CHS" panose="020B0604020202020204" pitchFamily="34" charset="-120"/>
              </a:rPr>
              <a:t>Real-Time Cycle Time Visibility</a:t>
            </a:r>
          </a:p>
        </p:txBody>
      </p:sp>
      <p:sp>
        <p:nvSpPr>
          <p:cNvPr id="9" name="Textplatzhalter 1">
            <a:extLst>
              <a:ext uri="{FF2B5EF4-FFF2-40B4-BE49-F238E27FC236}">
                <a16:creationId xmlns:a16="http://schemas.microsoft.com/office/drawing/2014/main" id="{85E9D127-7E88-F8E5-BDD2-5BA826FAB5B6}"/>
              </a:ext>
            </a:extLst>
          </p:cNvPr>
          <p:cNvSpPr txBox="1">
            <a:spLocks/>
          </p:cNvSpPr>
          <p:nvPr/>
        </p:nvSpPr>
        <p:spPr>
          <a:xfrm>
            <a:off x="5670893" y="352786"/>
            <a:ext cx="5095631" cy="37882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333" rtl="0" eaLnBrk="1" latinLnBrk="0" hangingPunct="1">
              <a:lnSpc>
                <a:spcPct val="107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98000" indent="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14000" indent="0" algn="l" defTabSz="914333" rtl="0" eaLnBrk="1" latinLnBrk="0" hangingPunct="1">
              <a:lnSpc>
                <a:spcPct val="102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12000" indent="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Tx/>
              <a:buNone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12000" indent="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Tx/>
              <a:buNone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2000" indent="-23040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02000" indent="-23040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2000" indent="-23040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2000" indent="-23040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Aft>
                <a:spcPts val="0"/>
              </a:spcAft>
            </a:pPr>
            <a:r>
              <a:rPr lang="en-US" sz="2400" b="1" dirty="0">
                <a:latin typeface="Bosch Sans" panose="020B0604020202020204" pitchFamily="34" charset="0"/>
              </a:rPr>
              <a:t>Target State</a:t>
            </a:r>
            <a:endParaRPr lang="en-US" sz="2400" b="1" kern="0" dirty="0">
              <a:solidFill>
                <a:srgbClr val="000000"/>
              </a:solidFill>
              <a:latin typeface="Bosch Sans" panose="020B0604020202020204" pitchFamily="34" charset="0"/>
            </a:endParaRPr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E3F5C24D-A190-5A83-A905-B4EDD429C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02135" y="4312231"/>
            <a:ext cx="457200" cy="457200"/>
          </a:xfrm>
          <a:prstGeom prst="rect">
            <a:avLst/>
          </a:prstGeom>
        </p:spPr>
      </p:pic>
      <p:sp>
        <p:nvSpPr>
          <p:cNvPr id="44" name="Rechteck 4">
            <a:extLst>
              <a:ext uri="{FF2B5EF4-FFF2-40B4-BE49-F238E27FC236}">
                <a16:creationId xmlns:a16="http://schemas.microsoft.com/office/drawing/2014/main" id="{E279B44C-1745-2B9F-CBCE-1D105D8BED0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394283" y="2038731"/>
            <a:ext cx="4274004" cy="646331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Provide complete and processed cycle time metrics to compare </a:t>
            </a:r>
            <a:r>
              <a:rPr lang="en-US" sz="1400" b="1" dirty="0"/>
              <a:t>actual production cycle time vs. planned cycle time</a:t>
            </a:r>
            <a:r>
              <a:rPr lang="en-US" sz="1400" dirty="0"/>
              <a:t>.</a:t>
            </a:r>
            <a:endParaRPr lang="en-US" altLang="zh-CN" sz="1400" b="1" kern="0" dirty="0"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pic>
        <p:nvPicPr>
          <p:cNvPr id="45" name="Graphic 44">
            <a:extLst>
              <a:ext uri="{FF2B5EF4-FFF2-40B4-BE49-F238E27FC236}">
                <a16:creationId xmlns:a16="http://schemas.microsoft.com/office/drawing/2014/main" id="{0CC6970E-6701-D322-DEBA-C0A9D11680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02135" y="2133296"/>
            <a:ext cx="457200" cy="4572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DC6BF0AA-2DE2-EF12-EC58-9A492CDED3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02135" y="3237640"/>
            <a:ext cx="457200" cy="457200"/>
          </a:xfrm>
          <a:prstGeom prst="rect">
            <a:avLst/>
          </a:prstGeom>
        </p:spPr>
      </p:pic>
      <p:sp>
        <p:nvSpPr>
          <p:cNvPr id="3" name="Rechteck 4">
            <a:extLst>
              <a:ext uri="{FF2B5EF4-FFF2-40B4-BE49-F238E27FC236}">
                <a16:creationId xmlns:a16="http://schemas.microsoft.com/office/drawing/2014/main" id="{AD60AA6D-2635-24E1-B269-8F178E17065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394283" y="3250797"/>
            <a:ext cx="4274004" cy="430887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Enable clear visibility of lines with the largest gaps from cycle time targets.</a:t>
            </a:r>
            <a:endParaRPr lang="en-US" altLang="zh-CN" sz="1400" b="1" kern="0" dirty="0"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sp>
        <p:nvSpPr>
          <p:cNvPr id="4" name="Rechteck 4">
            <a:extLst>
              <a:ext uri="{FF2B5EF4-FFF2-40B4-BE49-F238E27FC236}">
                <a16:creationId xmlns:a16="http://schemas.microsoft.com/office/drawing/2014/main" id="{DD544EA9-26B9-2C79-DA5B-E1C815626B6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394283" y="4325388"/>
            <a:ext cx="4274004" cy="430887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3F136C"/>
                </a:solidFill>
                <a:prstDash val="solid"/>
              </a14:hiddenLine>
            </a:ext>
          </a:extLst>
        </p:spPr>
        <p:txBody>
          <a:bodyPr wrap="square" lIns="0" tIns="0" rIns="0" bIns="0" rtlCol="0" anchor="t">
            <a:spAutoFit/>
          </a:bodyPr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Support faster identification of issues and data-driven decision-making.</a:t>
            </a:r>
            <a:endParaRPr lang="en-US" altLang="zh-CN" sz="1400" b="1" kern="0" dirty="0">
              <a:latin typeface="Bosch Office Sans" pitchFamily="2" charset="0"/>
              <a:ea typeface="Bosch Sans CHS" panose="020B0604020202020204" pitchFamily="34" charset="-12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93C0C2C-CCA5-E478-4C75-EC5047C7356A}"/>
              </a:ext>
            </a:extLst>
          </p:cNvPr>
          <p:cNvPicPr>
            <a:picLocks noGrp="1" noChangeAspect="1" noChangeArrowheads="1"/>
          </p:cNvPicPr>
          <p:nvPr>
            <p:ph type="pic" sz="quarter" idx="1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16" t="1124" r="1050" b="-112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9892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D1DA5-8BF7-3B21-ACAA-1112CDDF6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Cycle Time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843D64-EF2C-FC73-6B89-E28E33D31F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Proposed Solution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C80DE7-AF3F-C0DC-73C0-8F1F8F278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6</a:t>
            </a:fld>
            <a:endParaRPr lang="en-US" noProof="1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55C0342-5408-BFC5-72C5-24B9D4C6EA00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788" y="1598954"/>
            <a:ext cx="10558462" cy="363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074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C9096-04A6-7E37-9AC8-99BA2F50E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5EC4CFE9-FA4F-7A28-0AAA-61FD2EE20D3E}"/>
              </a:ext>
            </a:extLst>
          </p:cNvPr>
          <p:cNvSpPr/>
          <p:nvPr/>
        </p:nvSpPr>
        <p:spPr>
          <a:xfrm>
            <a:off x="205232" y="1295400"/>
            <a:ext cx="10558767" cy="4243388"/>
          </a:xfrm>
          <a:prstGeom prst="rect">
            <a:avLst/>
          </a:prstGeom>
          <a:solidFill>
            <a:srgbClr val="EFF1F2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Sans Regular" panose="020B0604020202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E70300F-853B-756C-B18B-32906E7C1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199" y="648000"/>
            <a:ext cx="10558800" cy="388800"/>
          </a:xfrm>
        </p:spPr>
        <p:txBody>
          <a:bodyPr lIns="0" tIns="0" rIns="0" bIns="0"/>
          <a:lstStyle/>
          <a:p>
            <a:r>
              <a:rPr lang="en-US" dirty="0"/>
              <a:t>Cycle Time Service - Data Cleaning</a:t>
            </a:r>
            <a:endParaRPr lang="de-DE" dirty="0"/>
          </a:p>
        </p:txBody>
      </p:sp>
      <p:sp>
        <p:nvSpPr>
          <p:cNvPr id="3" name="chapter_conv">
            <a:extLst>
              <a:ext uri="{FF2B5EF4-FFF2-40B4-BE49-F238E27FC236}">
                <a16:creationId xmlns:a16="http://schemas.microsoft.com/office/drawing/2014/main" id="{A226F3AC-0E01-3259-4158-09530AABDFB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05199" y="259200"/>
            <a:ext cx="10558800" cy="388800"/>
          </a:xfrm>
        </p:spPr>
        <p:txBody>
          <a:bodyPr vert="horz" lIns="0" tIns="0" rIns="0" bIns="0" rtlCol="0">
            <a:noAutofit/>
          </a:bodyPr>
          <a:lstStyle/>
          <a:p>
            <a:r>
              <a:rPr lang="de-DE" dirty="0"/>
              <a:t>Root Cause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010450C-FA23-0307-5E8F-96484B0E8A17}"/>
              </a:ext>
            </a:extLst>
          </p:cNvPr>
          <p:cNvGrpSpPr/>
          <p:nvPr/>
        </p:nvGrpSpPr>
        <p:grpSpPr>
          <a:xfrm>
            <a:off x="336639" y="1799748"/>
            <a:ext cx="463731" cy="2954074"/>
            <a:chOff x="2540724" y="1626326"/>
            <a:chExt cx="463731" cy="2954074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DB4DCC70-0DFE-61C8-C897-12312C13CF18}"/>
                </a:ext>
              </a:extLst>
            </p:cNvPr>
            <p:cNvCxnSpPr>
              <a:cxnSpLocks/>
              <a:stCxn id="12" idx="0"/>
              <a:endCxn id="14" idx="4"/>
            </p:cNvCxnSpPr>
            <p:nvPr/>
          </p:nvCxnSpPr>
          <p:spPr>
            <a:xfrm>
              <a:off x="2772590" y="1626326"/>
              <a:ext cx="0" cy="2954074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rgbClr val="00884A"/>
            </a:lnRef>
            <a:fillRef idx="0">
              <a:srgbClr val="00884A"/>
            </a:fillRef>
            <a:effectRef idx="0">
              <a:srgbClr val="00884A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D58C6BA3-E858-9B71-FDBA-8EA81E792D84}"/>
                </a:ext>
              </a:extLst>
            </p:cNvPr>
            <p:cNvSpPr/>
            <p:nvPr/>
          </p:nvSpPr>
          <p:spPr>
            <a:xfrm>
              <a:off x="2540724" y="1626326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1800" b="1" i="0" u="none" strike="noStrike" kern="0" cap="none" spc="0" normalizeH="0" baseline="0" noProof="0" dirty="0">
                  <a:solidFill>
                    <a:srgbClr val="FFFFFF"/>
                  </a:solidFill>
                  <a:effectLst/>
                  <a:uLnTx/>
                  <a:uFillTx/>
                  <a:latin typeface="+mn-lt"/>
                </a:rPr>
                <a:t>1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C448A37B-7742-A57A-2341-D87F47268B03}"/>
                </a:ext>
              </a:extLst>
            </p:cNvPr>
            <p:cNvSpPr/>
            <p:nvPr/>
          </p:nvSpPr>
          <p:spPr>
            <a:xfrm>
              <a:off x="2540724" y="2779941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de-DE" b="1" kern="0" dirty="0">
                  <a:solidFill>
                    <a:srgbClr val="FFFFFF"/>
                  </a:solidFill>
                  <a:latin typeface="+mn-lt"/>
                </a:rPr>
                <a:t>2</a:t>
              </a:r>
              <a:endParaRPr kumimoji="0" lang="de-DE" sz="1800" b="1" i="0" u="none" strike="noStrike" kern="0" cap="none" spc="0" normalizeH="0" baseline="0" noProof="0" dirty="0">
                <a:solidFill>
                  <a:srgbClr val="FFFFFF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331D5978-8329-99AD-8378-7F87CFEACF5B}"/>
                </a:ext>
              </a:extLst>
            </p:cNvPr>
            <p:cNvSpPr/>
            <p:nvPr/>
          </p:nvSpPr>
          <p:spPr>
            <a:xfrm>
              <a:off x="2540724" y="4116669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de-DE" b="1" kern="0" dirty="0">
                  <a:solidFill>
                    <a:srgbClr val="FFFFFF"/>
                  </a:solidFill>
                  <a:latin typeface="+mn-lt"/>
                </a:rPr>
                <a:t>3</a:t>
              </a:r>
              <a:endParaRPr kumimoji="0" lang="de-DE" sz="1800" b="1" i="0" u="none" strike="noStrike" kern="0" cap="none" spc="0" normalizeH="0" baseline="0" noProof="0" dirty="0">
                <a:solidFill>
                  <a:srgbClr val="FFFFFF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66151587-3EDA-6606-D329-FC5D11FCCC14}"/>
              </a:ext>
            </a:extLst>
          </p:cNvPr>
          <p:cNvSpPr txBox="1"/>
          <p:nvPr/>
        </p:nvSpPr>
        <p:spPr>
          <a:xfrm>
            <a:off x="1076070" y="1799271"/>
            <a:ext cx="2282781" cy="3103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b="1" dirty="0"/>
              <a:t>Current Situation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Non-production events distort cycle time calculations.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E713EED-D247-79F6-824E-8FBC1685FB28}"/>
              </a:ext>
            </a:extLst>
          </p:cNvPr>
          <p:cNvSpPr txBox="1"/>
          <p:nvPr/>
        </p:nvSpPr>
        <p:spPr>
          <a:xfrm>
            <a:off x="1076070" y="2930153"/>
            <a:ext cx="1927753" cy="3103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b="1" dirty="0"/>
              <a:t>Service Action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Removes invalid time records and filters production-relevant data.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458672C-673B-CE23-FEBA-058D24A486D2}"/>
              </a:ext>
            </a:extLst>
          </p:cNvPr>
          <p:cNvSpPr txBox="1"/>
          <p:nvPr/>
        </p:nvSpPr>
        <p:spPr>
          <a:xfrm>
            <a:off x="1076070" y="4211651"/>
            <a:ext cx="2003965" cy="3103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b="1" dirty="0"/>
              <a:t>Result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Accurate cycle time measurement for actual vs. planned comparison.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5F19D0-E881-BF50-68D8-AD9C097C1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7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E2E8A3-9D87-0769-EAA3-F1AD0BCA55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94" r="21360"/>
          <a:stretch>
            <a:fillRect/>
          </a:stretch>
        </p:blipFill>
        <p:spPr>
          <a:xfrm>
            <a:off x="3781960" y="1799748"/>
            <a:ext cx="6769147" cy="3471163"/>
          </a:xfrm>
          <a:prstGeom prst="rect">
            <a:avLst/>
          </a:prstGeom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2588834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98EFA-3E4D-E548-3A33-76D47ABA2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C4F61CC-FC45-172A-3E0F-4DF1B7FB7638}"/>
              </a:ext>
            </a:extLst>
          </p:cNvPr>
          <p:cNvSpPr/>
          <p:nvPr/>
        </p:nvSpPr>
        <p:spPr>
          <a:xfrm>
            <a:off x="205232" y="1295400"/>
            <a:ext cx="10558767" cy="4243388"/>
          </a:xfrm>
          <a:prstGeom prst="rect">
            <a:avLst/>
          </a:prstGeom>
          <a:solidFill>
            <a:srgbClr val="EFF1F2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Sans Regular" panose="020B0604020202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49B379-848D-CBE9-0101-473CC157F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199" y="648000"/>
            <a:ext cx="10558800" cy="388800"/>
          </a:xfrm>
        </p:spPr>
        <p:txBody>
          <a:bodyPr lIns="0" tIns="0" rIns="0" bIns="0"/>
          <a:lstStyle/>
          <a:p>
            <a:r>
              <a:rPr lang="en-US" dirty="0"/>
              <a:t>Cycle Time Service - Data Processing</a:t>
            </a:r>
            <a:endParaRPr lang="de-DE" dirty="0"/>
          </a:p>
        </p:txBody>
      </p:sp>
      <p:sp>
        <p:nvSpPr>
          <p:cNvPr id="3" name="chapter_conv">
            <a:extLst>
              <a:ext uri="{FF2B5EF4-FFF2-40B4-BE49-F238E27FC236}">
                <a16:creationId xmlns:a16="http://schemas.microsoft.com/office/drawing/2014/main" id="{CBEA1B46-A4D9-BF9C-0014-6F628A74448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05199" y="259200"/>
            <a:ext cx="10558800" cy="388800"/>
          </a:xfrm>
        </p:spPr>
        <p:txBody>
          <a:bodyPr vert="horz" lIns="0" tIns="0" rIns="0" bIns="0" rtlCol="0">
            <a:noAutofit/>
          </a:bodyPr>
          <a:lstStyle/>
          <a:p>
            <a:r>
              <a:rPr lang="de-DE" dirty="0"/>
              <a:t>Root Cause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D464063-93E4-5E93-A104-BF86740241BB}"/>
              </a:ext>
            </a:extLst>
          </p:cNvPr>
          <p:cNvGrpSpPr/>
          <p:nvPr/>
        </p:nvGrpSpPr>
        <p:grpSpPr>
          <a:xfrm>
            <a:off x="349343" y="1567882"/>
            <a:ext cx="463731" cy="2695243"/>
            <a:chOff x="2540722" y="762423"/>
            <a:chExt cx="463731" cy="2695243"/>
          </a:xfrm>
        </p:grpSpPr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ABF9679E-FEE5-0B17-3991-CD98325CE4F0}"/>
                </a:ext>
              </a:extLst>
            </p:cNvPr>
            <p:cNvCxnSpPr>
              <a:cxnSpLocks/>
              <a:stCxn id="12" idx="0"/>
              <a:endCxn id="13" idx="4"/>
            </p:cNvCxnSpPr>
            <p:nvPr/>
          </p:nvCxnSpPr>
          <p:spPr>
            <a:xfrm>
              <a:off x="2772588" y="762423"/>
              <a:ext cx="0" cy="269524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rgbClr val="00884A"/>
            </a:lnRef>
            <a:fillRef idx="0">
              <a:srgbClr val="00884A"/>
            </a:fillRef>
            <a:effectRef idx="0">
              <a:srgbClr val="00884A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2A68561-1E46-5A20-1CBE-E606AB06C2C3}"/>
                </a:ext>
              </a:extLst>
            </p:cNvPr>
            <p:cNvSpPr/>
            <p:nvPr/>
          </p:nvSpPr>
          <p:spPr>
            <a:xfrm>
              <a:off x="2540722" y="762423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de-DE" sz="1800" b="1" i="0" u="none" strike="noStrike" kern="0" cap="none" spc="0" normalizeH="0" baseline="0" noProof="0" dirty="0">
                  <a:solidFill>
                    <a:srgbClr val="FFFFFF"/>
                  </a:solidFill>
                  <a:effectLst/>
                  <a:uLnTx/>
                  <a:uFillTx/>
                  <a:latin typeface="+mn-lt"/>
                </a:rPr>
                <a:t>1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15ED798E-914F-3189-B1FF-155C590DB774}"/>
                </a:ext>
              </a:extLst>
            </p:cNvPr>
            <p:cNvSpPr/>
            <p:nvPr/>
          </p:nvSpPr>
          <p:spPr>
            <a:xfrm>
              <a:off x="2540722" y="2993935"/>
              <a:ext cx="463731" cy="463731"/>
            </a:xfrm>
            <a:prstGeom prst="ellipse">
              <a:avLst/>
            </a:prstGeom>
            <a:solidFill>
              <a:schemeClr val="accent1"/>
            </a:solidFill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marL="0" marR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de-DE" b="1" kern="0" dirty="0">
                  <a:solidFill>
                    <a:srgbClr val="FFFFFF"/>
                  </a:solidFill>
                  <a:latin typeface="+mn-lt"/>
                </a:rPr>
                <a:t>2</a:t>
              </a:r>
              <a:endParaRPr kumimoji="0" lang="de-DE" sz="1800" b="1" i="0" u="none" strike="noStrike" kern="0" cap="none" spc="0" normalizeH="0" baseline="0" noProof="0" dirty="0">
                <a:solidFill>
                  <a:srgbClr val="FFFFFF"/>
                </a:solidFill>
                <a:effectLst/>
                <a:uLnTx/>
                <a:uFillTx/>
                <a:latin typeface="+mn-lt"/>
              </a:endParaRPr>
            </a:p>
          </p:txBody>
        </p:sp>
      </p:grp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E99AC4-54CF-8079-21FD-0734A05EB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8</a:t>
            </a:fld>
            <a:endParaRPr lang="en-US" noProof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DAA1A-031D-7C85-9D0A-115DC622C59B}"/>
              </a:ext>
            </a:extLst>
          </p:cNvPr>
          <p:cNvSpPr txBox="1"/>
          <p:nvPr/>
        </p:nvSpPr>
        <p:spPr>
          <a:xfrm>
            <a:off x="1219478" y="1494571"/>
            <a:ext cx="15482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1036B3-CF9D-F65D-E057-58206A5D675D}"/>
              </a:ext>
            </a:extLst>
          </p:cNvPr>
          <p:cNvSpPr txBox="1"/>
          <p:nvPr/>
        </p:nvSpPr>
        <p:spPr>
          <a:xfrm>
            <a:off x="1714500" y="27432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R="0" algn="l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30" name="Rectangle 9">
            <a:extLst>
              <a:ext uri="{FF2B5EF4-FFF2-40B4-BE49-F238E27FC236}">
                <a16:creationId xmlns:a16="http://schemas.microsoft.com/office/drawing/2014/main" id="{F3D5ABAE-819F-E643-FA50-40F5D2890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8255" y="1631320"/>
            <a:ext cx="3078525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sch Sans" panose="020B0604020202020204" pitchFamily="34" charset="0"/>
              </a:rPr>
              <a:t>Applies statistical analysis to identify the normal cycle time behavior.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sch Sans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sch Sans" panose="020B0604020202020204" pitchFamily="34" charset="0"/>
              </a:rPr>
              <a:t>Uses Z-score analysis to group and filter cycle time data.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200" dirty="0">
              <a:latin typeface="Bosch Sans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sch Sans" panose="020B0604020202020204" pitchFamily="34" charset="0"/>
              </a:rPr>
              <a:t>Selects the representative data range using a 3-sigma approach.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179A90-775E-4499-455C-34D469787E6B}"/>
              </a:ext>
            </a:extLst>
          </p:cNvPr>
          <p:cNvSpPr txBox="1"/>
          <p:nvPr/>
        </p:nvSpPr>
        <p:spPr>
          <a:xfrm>
            <a:off x="1219478" y="3846593"/>
            <a:ext cx="15482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Result</a:t>
            </a:r>
          </a:p>
        </p:txBody>
      </p:sp>
      <p:sp>
        <p:nvSpPr>
          <p:cNvPr id="34" name="Rectangle 9">
            <a:extLst>
              <a:ext uri="{FF2B5EF4-FFF2-40B4-BE49-F238E27FC236}">
                <a16:creationId xmlns:a16="http://schemas.microsoft.com/office/drawing/2014/main" id="{1F42B736-52B7-49BD-7BF6-C280D744D3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8255" y="4303937"/>
            <a:ext cx="307852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hangingPunct="0">
              <a:buFont typeface="Arial" panose="020B0604020202020204" pitchFamily="34" charset="0"/>
              <a:buChar char="•"/>
            </a:pPr>
            <a:r>
              <a:rPr lang="en-US" sz="1200" dirty="0">
                <a:latin typeface="Bosch Sans" panose="020B0604020202020204" pitchFamily="34" charset="0"/>
              </a:rPr>
              <a:t>Calculates a more accurate cycle time based on actual production behavior.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sch Sans" panose="020B0604020202020204" pitchFamily="34" charset="0"/>
            </a:endParaRPr>
          </a:p>
        </p:txBody>
      </p:sp>
      <p:pic>
        <p:nvPicPr>
          <p:cNvPr id="1035" name="Picture 11">
            <a:extLst>
              <a:ext uri="{FF2B5EF4-FFF2-40B4-BE49-F238E27FC236}">
                <a16:creationId xmlns:a16="http://schemas.microsoft.com/office/drawing/2014/main" id="{EA19FBB4-3EFA-9A63-B7DF-962DD247C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4405" y="1631320"/>
            <a:ext cx="5595877" cy="3649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286742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205200" y="648000"/>
            <a:ext cx="10558800" cy="388800"/>
          </a:xfrm>
        </p:spPr>
        <p:txBody>
          <a:bodyPr lIns="0" tIns="0" rIns="0" bIns="0"/>
          <a:lstStyle/>
          <a:p>
            <a:r>
              <a:rPr lang="de-DE" dirty="0"/>
              <a:t>Subheadline</a:t>
            </a:r>
          </a:p>
        </p:txBody>
      </p:sp>
      <p:sp>
        <p:nvSpPr>
          <p:cNvPr id="3" name="chapter_conv"/>
          <p:cNvSpPr>
            <a:spLocks noGrp="1"/>
          </p:cNvSpPr>
          <p:nvPr>
            <p:ph type="body" sz="quarter" idx="15"/>
          </p:nvPr>
        </p:nvSpPr>
        <p:spPr>
          <a:xfrm>
            <a:off x="205200" y="259200"/>
            <a:ext cx="10558800" cy="388800"/>
          </a:xfrm>
        </p:spPr>
        <p:txBody>
          <a:bodyPr vert="horz" lIns="0" tIns="0" rIns="0" bIns="0" rtlCol="0">
            <a:noAutofit/>
          </a:bodyPr>
          <a:lstStyle/>
          <a:p>
            <a:r>
              <a:rPr lang="de-DE" dirty="0"/>
              <a:t>Results &amp; Next Steps</a:t>
            </a:r>
          </a:p>
        </p:txBody>
      </p:sp>
      <p:sp>
        <p:nvSpPr>
          <p:cNvPr id="9" name="Inhaltsplatzhalter 7___"/>
          <p:cNvSpPr txBox="1">
            <a:spLocks/>
          </p:cNvSpPr>
          <p:nvPr/>
        </p:nvSpPr>
        <p:spPr>
          <a:xfrm>
            <a:off x="1592580" y="1760884"/>
            <a:ext cx="2340000" cy="3136218"/>
          </a:xfrm>
          <a:prstGeom prst="rect">
            <a:avLst/>
          </a:prstGeom>
          <a:solidFill>
            <a:schemeClr val="accent1"/>
          </a:solidFill>
        </p:spPr>
        <p:txBody>
          <a:bodyPr vert="horz" lIns="180000" tIns="144000" rIns="90000" bIns="90000" rtlCol="0">
            <a:noAutofit/>
          </a:bodyPr>
          <a:lstStyle>
            <a:lvl1pPr marL="251982" indent="-251982" algn="l" defTabSz="914333" rtl="0" eaLnBrk="1" latinLnBrk="0" hangingPunct="1">
              <a:lnSpc>
                <a:spcPct val="107000"/>
              </a:lnSpc>
              <a:spcBef>
                <a:spcPts val="500"/>
              </a:spcBef>
              <a:buFont typeface="Wingdings 3" panose="05040102010807070707" pitchFamily="18" charset="2"/>
              <a:buChar char=""/>
              <a:defRPr sz="18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1pPr>
            <a:lvl2pPr marL="507563" indent="-27358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Wingdings 3" panose="05040102010807070707" pitchFamily="18" charset="2"/>
              <a:buChar char=""/>
              <a:defRPr sz="16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2pPr>
            <a:lvl3pPr marL="730746" indent="-205185" algn="l" defTabSz="914333" rtl="0" eaLnBrk="1" latinLnBrk="0" hangingPunct="1">
              <a:lnSpc>
                <a:spcPct val="102000"/>
              </a:lnSpc>
              <a:spcBef>
                <a:spcPts val="500"/>
              </a:spcBef>
              <a:buFont typeface="Bosch Office Sans" pitchFamily="2" charset="0"/>
              <a:buChar char="‒"/>
              <a:defRPr sz="14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3pPr>
            <a:lvl4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4pPr>
            <a:lvl5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5pPr>
            <a:lvl6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6pPr>
            <a:lvl7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7pPr>
            <a:lvl8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8pPr>
            <a:lvl9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 baseline="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+mj-lt"/>
              </a:rPr>
              <a:t>This is a placeholder text</a:t>
            </a:r>
            <a:endParaRPr lang="en-US" sz="1400" dirty="0">
              <a:solidFill>
                <a:srgbClr val="FFFFFF"/>
              </a:solidFill>
              <a:latin typeface="+mj-lt"/>
            </a:endParaRPr>
          </a:p>
          <a:p>
            <a:pPr marL="0" indent="0" fontAlgn="auto">
              <a:spcAft>
                <a:spcPts val="0"/>
              </a:spcAft>
              <a:buNone/>
            </a:pPr>
            <a:endParaRPr lang="en-US" sz="1400" dirty="0">
              <a:solidFill>
                <a:schemeClr val="bg1"/>
              </a:solidFill>
              <a:latin typeface="+mj-lt"/>
            </a:endParaRPr>
          </a:p>
          <a:p>
            <a:pPr marL="0" indent="0" fontAlgn="auto"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+mj-lt"/>
              </a:rPr>
              <a:t>This text can be replaced with your own text.</a:t>
            </a:r>
            <a:endParaRPr lang="de-DE" sz="1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" name="Inhaltsplatzhalter 7_"/>
          <p:cNvSpPr txBox="1">
            <a:spLocks/>
          </p:cNvSpPr>
          <p:nvPr/>
        </p:nvSpPr>
        <p:spPr>
          <a:xfrm>
            <a:off x="4296326" y="1760884"/>
            <a:ext cx="2340000" cy="3136218"/>
          </a:xfrm>
          <a:prstGeom prst="rect">
            <a:avLst/>
          </a:prstGeom>
          <a:solidFill>
            <a:schemeClr val="accent2"/>
          </a:solidFill>
        </p:spPr>
        <p:txBody>
          <a:bodyPr vert="horz" lIns="180000" tIns="144000" rIns="90000" bIns="90000" rtlCol="0">
            <a:noAutofit/>
          </a:bodyPr>
          <a:lstStyle>
            <a:lvl1pPr marL="251982" indent="-251982" algn="l" defTabSz="914333" rtl="0" eaLnBrk="1" latinLnBrk="0" hangingPunct="1">
              <a:lnSpc>
                <a:spcPct val="107000"/>
              </a:lnSpc>
              <a:spcBef>
                <a:spcPts val="500"/>
              </a:spcBef>
              <a:buFont typeface="Wingdings 3" panose="05040102010807070707" pitchFamily="18" charset="2"/>
              <a:buChar char=""/>
              <a:defRPr sz="18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1pPr>
            <a:lvl2pPr marL="507563" indent="-27358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Wingdings 3" panose="05040102010807070707" pitchFamily="18" charset="2"/>
              <a:buChar char=""/>
              <a:defRPr sz="16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2pPr>
            <a:lvl3pPr marL="730746" indent="-205185" algn="l" defTabSz="914333" rtl="0" eaLnBrk="1" latinLnBrk="0" hangingPunct="1">
              <a:lnSpc>
                <a:spcPct val="102000"/>
              </a:lnSpc>
              <a:spcBef>
                <a:spcPts val="500"/>
              </a:spcBef>
              <a:buFont typeface="Bosch Office Sans" pitchFamily="2" charset="0"/>
              <a:buChar char="‒"/>
              <a:defRPr sz="14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3pPr>
            <a:lvl4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4pPr>
            <a:lvl5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5pPr>
            <a:lvl6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6pPr>
            <a:lvl7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7pPr>
            <a:lvl8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8pPr>
            <a:lvl9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 baseline="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+mj-lt"/>
              </a:rPr>
              <a:t>This is a placeholder text</a:t>
            </a:r>
            <a:endParaRPr lang="en-US" sz="1400" dirty="0">
              <a:solidFill>
                <a:srgbClr val="FFFFFF"/>
              </a:solidFill>
              <a:latin typeface="+mj-lt"/>
            </a:endParaRPr>
          </a:p>
          <a:p>
            <a:pPr marL="0" indent="0" fontAlgn="auto">
              <a:spcAft>
                <a:spcPts val="0"/>
              </a:spcAft>
              <a:buNone/>
            </a:pPr>
            <a:endParaRPr lang="en-US" sz="1400" dirty="0">
              <a:solidFill>
                <a:schemeClr val="bg1"/>
              </a:solidFill>
              <a:latin typeface="+mj-lt"/>
            </a:endParaRPr>
          </a:p>
          <a:p>
            <a:pPr marL="0" indent="0" fontAlgn="auto"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+mj-lt"/>
              </a:rPr>
              <a:t>This text can be replaced with your own text.</a:t>
            </a:r>
            <a:endParaRPr lang="de-DE" sz="1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Inhaltsplatzhalter 7__"/>
          <p:cNvSpPr txBox="1">
            <a:spLocks/>
          </p:cNvSpPr>
          <p:nvPr/>
        </p:nvSpPr>
        <p:spPr>
          <a:xfrm>
            <a:off x="7000072" y="1760884"/>
            <a:ext cx="2340000" cy="3136218"/>
          </a:xfrm>
          <a:prstGeom prst="rect">
            <a:avLst/>
          </a:prstGeom>
          <a:solidFill>
            <a:schemeClr val="accent1"/>
          </a:solidFill>
        </p:spPr>
        <p:txBody>
          <a:bodyPr vert="horz" lIns="180000" tIns="144000" rIns="90000" bIns="90000" rtlCol="0">
            <a:noAutofit/>
          </a:bodyPr>
          <a:lstStyle>
            <a:lvl1pPr marL="251982" indent="-251982" algn="l" defTabSz="914333" rtl="0" eaLnBrk="1" latinLnBrk="0" hangingPunct="1">
              <a:lnSpc>
                <a:spcPct val="107000"/>
              </a:lnSpc>
              <a:spcBef>
                <a:spcPts val="500"/>
              </a:spcBef>
              <a:buFont typeface="Wingdings 3" panose="05040102010807070707" pitchFamily="18" charset="2"/>
              <a:buChar char=""/>
              <a:defRPr sz="18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1pPr>
            <a:lvl2pPr marL="507563" indent="-273580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Wingdings 3" panose="05040102010807070707" pitchFamily="18" charset="2"/>
              <a:buChar char=""/>
              <a:defRPr sz="16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2pPr>
            <a:lvl3pPr marL="730746" indent="-205185" algn="l" defTabSz="914333" rtl="0" eaLnBrk="1" latinLnBrk="0" hangingPunct="1">
              <a:lnSpc>
                <a:spcPct val="102000"/>
              </a:lnSpc>
              <a:spcBef>
                <a:spcPts val="500"/>
              </a:spcBef>
              <a:buFont typeface="Bosch Office Sans" pitchFamily="2" charset="0"/>
              <a:buChar char="‒"/>
              <a:defRPr sz="14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3pPr>
            <a:lvl4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4pPr>
            <a:lvl5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5pPr>
            <a:lvl6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6pPr>
            <a:lvl7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7pPr>
            <a:lvl8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8pPr>
            <a:lvl9pPr marL="932331" indent="-183586" algn="l" defTabSz="914333" rtl="0" eaLnBrk="1" latinLnBrk="0" hangingPunct="1">
              <a:lnSpc>
                <a:spcPct val="103000"/>
              </a:lnSpc>
              <a:spcBef>
                <a:spcPts val="500"/>
              </a:spcBef>
              <a:buFont typeface="Bosch Office Sans" pitchFamily="2" charset="0"/>
              <a:buChar char="‒"/>
              <a:defRPr sz="1300" kern="1200" baseline="0">
                <a:solidFill>
                  <a:schemeClr val="tx1"/>
                </a:solidFill>
                <a:latin typeface="Bosch Sans Regular" panose="020B0604020202020204" pitchFamily="34" charset="0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+mj-lt"/>
              </a:rPr>
              <a:t>This is a placeholder text</a:t>
            </a:r>
            <a:endParaRPr lang="en-US" sz="1400" dirty="0">
              <a:solidFill>
                <a:srgbClr val="FFFFFF"/>
              </a:solidFill>
              <a:latin typeface="+mj-lt"/>
            </a:endParaRPr>
          </a:p>
          <a:p>
            <a:pPr marL="0" indent="0" fontAlgn="auto">
              <a:spcAft>
                <a:spcPts val="0"/>
              </a:spcAft>
              <a:buNone/>
            </a:pPr>
            <a:endParaRPr lang="en-US" sz="1400" dirty="0">
              <a:solidFill>
                <a:schemeClr val="bg1"/>
              </a:solidFill>
              <a:latin typeface="+mj-lt"/>
            </a:endParaRPr>
          </a:p>
          <a:p>
            <a:pPr marL="0" indent="0" fontAlgn="auto"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+mj-lt"/>
              </a:rPr>
              <a:t>This text can be replaced with your own text.</a:t>
            </a:r>
            <a:endParaRPr lang="de-DE" sz="1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Gleichschenkliges Dreieck 13"/>
          <p:cNvSpPr/>
          <p:nvPr/>
        </p:nvSpPr>
        <p:spPr>
          <a:xfrm rot="5400000">
            <a:off x="3802362" y="2306695"/>
            <a:ext cx="431515" cy="180000"/>
          </a:xfrm>
          <a:prstGeom prst="triangle">
            <a:avLst>
              <a:gd name="adj" fmla="val 48989"/>
            </a:avLst>
          </a:prstGeom>
          <a:solidFill>
            <a:schemeClr val="accent1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" name="Gleichschenkliges Dreieck 14"/>
          <p:cNvSpPr/>
          <p:nvPr/>
        </p:nvSpPr>
        <p:spPr>
          <a:xfrm rot="5400000">
            <a:off x="6506109" y="2306696"/>
            <a:ext cx="431515" cy="180000"/>
          </a:xfrm>
          <a:prstGeom prst="triangle">
            <a:avLst>
              <a:gd name="adj" fmla="val 45238"/>
            </a:avLst>
          </a:prstGeom>
          <a:solidFill>
            <a:schemeClr val="accent2"/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3F30007B-124C-4BB4-81E6-DD54AEA461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12580" y="3667436"/>
            <a:ext cx="899999" cy="899999"/>
          </a:xfrm>
          <a:prstGeom prst="rect">
            <a:avLst/>
          </a:prstGeo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694E18D5-7303-13B8-4DCF-1E00179E9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9</a:t>
            </a:fld>
            <a:endParaRPr lang="en-US" noProof="1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9C98ACF-C90C-437E-9F8A-A5935CE3C2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66172" y="3767127"/>
            <a:ext cx="800308" cy="80030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8AD4F02-D05D-4313-829D-12CE5D16F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95135" y="3639416"/>
            <a:ext cx="928019" cy="928019"/>
          </a:xfrm>
          <a:prstGeom prst="rect">
            <a:avLst/>
          </a:prstGeom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2663970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LLANGUAGE" val="eng"/>
  <p:tag name="MLTEMPLATEVERSION" val="2.2"/>
  <p:tag name="SAXCONVERSION" val="2"/>
  <p:tag name="SAXMLCOMPANYNAME" val="bosch"/>
  <p:tag name="SAXMLTEMPLATE" val="presentation_16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AXCONVERTED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AXCONVERTED" val="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U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386fGIxQvJLoSFD4F2cK18EAAAAAAADAAAAAAADAAAAAwADAAAAAAADAAAABAADAAAAAAD///////8DAAEA////////BQAAAAMAEAALsBGXpqlMb0CIDbcsCdujdAQAAAABAAMAAAACAAMAAAAEAAQAAgD///////8FAAAABAAQAAugv4G7zga1T7Y4MGL3p8N9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fzp8YjFC8kuhIUPgXZwrXwREYXRhAAUAAAAAAk5hbWUADQAAAExpbmtEYXRhTGlzdAAQVmVyc2lvbgABAAAACUxhc3RXcml0ZQAINtWLlQEAAAABAP////9hAGEAAAAFX2lkABAAAAAEsBGXpqlMb0CIDbcsCdujdAREYXRhAAUAAAAAAk5hbWUADQAAAExpbmtEYXRhTGlzdAAQVmVyc2lvbgAAAAAACUxhc3RXcml0ZQAHNtWLlQEAAAACAP////9wAHAAAAAFX2lkABAAAAAEoL+Bu84GtU+2ODBi96fDfQNEYXRhABYAAAACUGVyc29uYWxJZAABAAAAAAACTmFtZQALAAAAUGVyc29uYWxJZAAQVmVyc2lvbgAAAAAACUxhc3RXcml0ZQAmNtWLlQ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DgAGTGlua0RhdGFMaXN0XzEEAAAAAAAFAAAAAwAFAAAABAADAAUBAwAAAAMA////////DgAGTGlua0RhdGFMaXN0XzAEAAAAAQAFAAAAAAAFAAAAAgAFAAAAAAD///////8FAAAAAAD///////8FAAAAAAD///////8FAAAAAAD///////8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774045609574426"/>
  <p:tag name="EMPOWERCHARTSPROPERTIES_B_LENGTH" val="24576"/>
  <p:tag name="RUNTIME_ID" val="fe24cb00-84cb-40c6-a538-78c168162d48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AXCONVERTED" val="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AXCONVERTED" val="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AXCONVERTED" val="2"/>
</p:tagLst>
</file>

<file path=ppt/theme/theme1.xml><?xml version="1.0" encoding="utf-8"?>
<a:theme xmlns:a="http://schemas.openxmlformats.org/drawingml/2006/main" name="Bosch 2024">
  <a:themeElements>
    <a:clrScheme name="Bosch Blau">
      <a:dk1>
        <a:sysClr val="windowText" lastClr="000000"/>
      </a:dk1>
      <a:lt1>
        <a:sysClr val="window" lastClr="FFFFFF"/>
      </a:lt1>
      <a:dk2>
        <a:srgbClr val="424C58"/>
      </a:dk2>
      <a:lt2>
        <a:srgbClr val="B2B3B5"/>
      </a:lt2>
      <a:accent1>
        <a:srgbClr val="007BC0"/>
      </a:accent1>
      <a:accent2>
        <a:srgbClr val="004975"/>
      </a:accent2>
      <a:accent3>
        <a:srgbClr val="007BC0"/>
      </a:accent3>
      <a:accent4>
        <a:srgbClr val="004975"/>
      </a:accent4>
      <a:accent5>
        <a:srgbClr val="007BC0"/>
      </a:accent5>
      <a:accent6>
        <a:srgbClr val="004975"/>
      </a:accent6>
      <a:hlink>
        <a:srgbClr val="738CB4"/>
      </a:hlink>
      <a:folHlink>
        <a:srgbClr val="B0BBD0"/>
      </a:folHlink>
    </a:clrScheme>
    <a:fontScheme name="Bosch">
      <a:majorFont>
        <a:latin typeface="Bosch Office Sans"/>
        <a:ea typeface=""/>
        <a:cs typeface=""/>
      </a:majorFont>
      <a:minorFont>
        <a:latin typeface="Bosch Offic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rgbClr val="3F136C"/>
          </a:solidFill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Bosch Office Sans"/>
            <a:ea typeface="+mn-ea"/>
            <a:cs typeface="+mn-cs"/>
          </a:defRPr>
        </a:defPPr>
      </a:lstStyle>
    </a:spDef>
    <a:txDef>
      <a:spPr>
        <a:noFill/>
      </a:spPr>
      <a:bodyPr wrap="square" lIns="0" tIns="0" rIns="0" bIns="0" rtlCol="0">
        <a:noAutofit/>
      </a:bodyPr>
      <a:lstStyle>
        <a:defPPr marR="0" algn="l" defTabSz="914400" eaLnBrk="1" fontAlgn="auto" latinLnBrk="0" hangingPunct="1">
          <a:spcBef>
            <a:spcPts val="50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custClrLst>
    <a:custClr name="Bosch Red 50">
      <a:srgbClr val="ED0007"/>
    </a:custClr>
    <a:custClr name="Bosch Purple 40">
      <a:srgbClr val="9E2896"/>
    </a:custClr>
    <a:custClr name="Bosch Purple 20">
      <a:srgbClr val="551151"/>
    </a:custClr>
    <a:custClr name="Bosch Blue 50">
      <a:srgbClr val="007BC0"/>
    </a:custClr>
    <a:custClr name="Bosch Blue 30">
      <a:srgbClr val="004975"/>
    </a:custClr>
    <a:custClr name="Bosch Turquoise 50">
      <a:srgbClr val="18837E"/>
    </a:custClr>
    <a:custClr name="Bosch Turquoise 30">
      <a:srgbClr val="0A4F4B"/>
    </a:custClr>
    <a:custClr name="Bosch Green 50">
      <a:srgbClr val="00884A"/>
    </a:custClr>
    <a:custClr name="Bosch Green 30">
      <a:srgbClr val="00512A"/>
    </a:custClr>
    <a:custClr name="Bosch Gray 50">
      <a:srgbClr val="71767C"/>
    </a:custClr>
  </a:custClrLst>
  <a:extLst>
    <a:ext uri="{05A4C25C-085E-4340-85A3-A5531E510DB2}">
      <thm15:themeFamily xmlns:thm15="http://schemas.microsoft.com/office/thememl/2012/main" name="template1.potx" id="{198F02AD-A328-41CF-AEF3-4AEA9DC97E6D}" vid="{A553CE3C-9352-4BF3-9E58-0BEA59765750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Bosch Blau">
    <a:dk1>
      <a:sysClr val="windowText" lastClr="000000"/>
    </a:dk1>
    <a:lt1>
      <a:sysClr val="window" lastClr="FFFFFF"/>
    </a:lt1>
    <a:dk2>
      <a:srgbClr val="424C58"/>
    </a:dk2>
    <a:lt2>
      <a:srgbClr val="B2B3B5"/>
    </a:lt2>
    <a:accent1>
      <a:srgbClr val="007BC0"/>
    </a:accent1>
    <a:accent2>
      <a:srgbClr val="004975"/>
    </a:accent2>
    <a:accent3>
      <a:srgbClr val="007BC0"/>
    </a:accent3>
    <a:accent4>
      <a:srgbClr val="004975"/>
    </a:accent4>
    <a:accent5>
      <a:srgbClr val="007BC0"/>
    </a:accent5>
    <a:accent6>
      <a:srgbClr val="004975"/>
    </a:accent6>
    <a:hlink>
      <a:srgbClr val="738CB4"/>
    </a:hlink>
    <a:folHlink>
      <a:srgbClr val="B0BBD0"/>
    </a:folHlink>
  </a:clrScheme>
</a:themeOverride>
</file>

<file path=ppt/theme/themeOverride2.xml><?xml version="1.0" encoding="utf-8"?>
<a:themeOverride xmlns:a="http://schemas.openxmlformats.org/drawingml/2006/main">
  <a:clrScheme name="Bosch Blau">
    <a:dk1>
      <a:sysClr val="windowText" lastClr="000000"/>
    </a:dk1>
    <a:lt1>
      <a:sysClr val="window" lastClr="FFFFFF"/>
    </a:lt1>
    <a:dk2>
      <a:srgbClr val="424C58"/>
    </a:dk2>
    <a:lt2>
      <a:srgbClr val="B2B3B5"/>
    </a:lt2>
    <a:accent1>
      <a:srgbClr val="007BC0"/>
    </a:accent1>
    <a:accent2>
      <a:srgbClr val="004975"/>
    </a:accent2>
    <a:accent3>
      <a:srgbClr val="007BC0"/>
    </a:accent3>
    <a:accent4>
      <a:srgbClr val="004975"/>
    </a:accent4>
    <a:accent5>
      <a:srgbClr val="007BC0"/>
    </a:accent5>
    <a:accent6>
      <a:srgbClr val="004975"/>
    </a:accent6>
    <a:hlink>
      <a:srgbClr val="738CB4"/>
    </a:hlink>
    <a:folHlink>
      <a:srgbClr val="B0BBD0"/>
    </a:folHlink>
  </a:clrScheme>
</a:themeOverride>
</file>

<file path=ppt/theme/themeOverride3.xml><?xml version="1.0" encoding="utf-8"?>
<a:themeOverride xmlns:a="http://schemas.openxmlformats.org/drawingml/2006/main">
  <a:clrScheme name="Bosch Blau">
    <a:dk1>
      <a:sysClr val="windowText" lastClr="000000"/>
    </a:dk1>
    <a:lt1>
      <a:sysClr val="window" lastClr="FFFFFF"/>
    </a:lt1>
    <a:dk2>
      <a:srgbClr val="424C58"/>
    </a:dk2>
    <a:lt2>
      <a:srgbClr val="B2B3B5"/>
    </a:lt2>
    <a:accent1>
      <a:srgbClr val="007BC0"/>
    </a:accent1>
    <a:accent2>
      <a:srgbClr val="004975"/>
    </a:accent2>
    <a:accent3>
      <a:srgbClr val="007BC0"/>
    </a:accent3>
    <a:accent4>
      <a:srgbClr val="004975"/>
    </a:accent4>
    <a:accent5>
      <a:srgbClr val="007BC0"/>
    </a:accent5>
    <a:accent6>
      <a:srgbClr val="004975"/>
    </a:accent6>
    <a:hlink>
      <a:srgbClr val="738CB4"/>
    </a:hlink>
    <a:folHlink>
      <a:srgbClr val="B0BBD0"/>
    </a:folHlink>
  </a:clrScheme>
</a:themeOverride>
</file>

<file path=ppt/theme/themeOverride4.xml><?xml version="1.0" encoding="utf-8"?>
<a:themeOverride xmlns:a="http://schemas.openxmlformats.org/drawingml/2006/main">
  <a:clrScheme name="Bosch Blau">
    <a:dk1>
      <a:sysClr val="windowText" lastClr="000000"/>
    </a:dk1>
    <a:lt1>
      <a:sysClr val="window" lastClr="FFFFFF"/>
    </a:lt1>
    <a:dk2>
      <a:srgbClr val="424C58"/>
    </a:dk2>
    <a:lt2>
      <a:srgbClr val="B2B3B5"/>
    </a:lt2>
    <a:accent1>
      <a:srgbClr val="007BC0"/>
    </a:accent1>
    <a:accent2>
      <a:srgbClr val="004975"/>
    </a:accent2>
    <a:accent3>
      <a:srgbClr val="007BC0"/>
    </a:accent3>
    <a:accent4>
      <a:srgbClr val="004975"/>
    </a:accent4>
    <a:accent5>
      <a:srgbClr val="007BC0"/>
    </a:accent5>
    <a:accent6>
      <a:srgbClr val="004975"/>
    </a:accent6>
    <a:hlink>
      <a:srgbClr val="738CB4"/>
    </a:hlink>
    <a:folHlink>
      <a:srgbClr val="B0BBD0"/>
    </a:folHlink>
  </a:clrScheme>
</a:themeOverride>
</file>

<file path=ppt/theme/themeOverride5.xml><?xml version="1.0" encoding="utf-8"?>
<a:themeOverride xmlns:a="http://schemas.openxmlformats.org/drawingml/2006/main">
  <a:clrScheme name="Bosch Blau">
    <a:dk1>
      <a:sysClr val="windowText" lastClr="000000"/>
    </a:dk1>
    <a:lt1>
      <a:sysClr val="window" lastClr="FFFFFF"/>
    </a:lt1>
    <a:dk2>
      <a:srgbClr val="424C58"/>
    </a:dk2>
    <a:lt2>
      <a:srgbClr val="B2B3B5"/>
    </a:lt2>
    <a:accent1>
      <a:srgbClr val="007BC0"/>
    </a:accent1>
    <a:accent2>
      <a:srgbClr val="004975"/>
    </a:accent2>
    <a:accent3>
      <a:srgbClr val="007BC0"/>
    </a:accent3>
    <a:accent4>
      <a:srgbClr val="004975"/>
    </a:accent4>
    <a:accent5>
      <a:srgbClr val="007BC0"/>
    </a:accent5>
    <a:accent6>
      <a:srgbClr val="004975"/>
    </a:accent6>
    <a:hlink>
      <a:srgbClr val="738CB4"/>
    </a:hlink>
    <a:folHlink>
      <a:srgbClr val="B0BBD0"/>
    </a:folHlink>
  </a:clrScheme>
</a:themeOverride>
</file>

<file path=ppt/theme/themeOverride6.xml><?xml version="1.0" encoding="utf-8"?>
<a:themeOverride xmlns:a="http://schemas.openxmlformats.org/drawingml/2006/main">
  <a:clrScheme name="Bosch Blau">
    <a:dk1>
      <a:sysClr val="windowText" lastClr="000000"/>
    </a:dk1>
    <a:lt1>
      <a:sysClr val="window" lastClr="FFFFFF"/>
    </a:lt1>
    <a:dk2>
      <a:srgbClr val="424C58"/>
    </a:dk2>
    <a:lt2>
      <a:srgbClr val="B2B3B5"/>
    </a:lt2>
    <a:accent1>
      <a:srgbClr val="007BC0"/>
    </a:accent1>
    <a:accent2>
      <a:srgbClr val="004975"/>
    </a:accent2>
    <a:accent3>
      <a:srgbClr val="007BC0"/>
    </a:accent3>
    <a:accent4>
      <a:srgbClr val="004975"/>
    </a:accent4>
    <a:accent5>
      <a:srgbClr val="007BC0"/>
    </a:accent5>
    <a:accent6>
      <a:srgbClr val="004975"/>
    </a:accent6>
    <a:hlink>
      <a:srgbClr val="738CB4"/>
    </a:hlink>
    <a:folHlink>
      <a:srgbClr val="B0BBD0"/>
    </a:folHlink>
  </a:clrScheme>
</a:themeOverride>
</file>

<file path=ppt/theme/themeOverride7.xml><?xml version="1.0" encoding="utf-8"?>
<a:themeOverride xmlns:a="http://schemas.openxmlformats.org/drawingml/2006/main">
  <a:clrScheme name="Bosch Blau">
    <a:dk1>
      <a:sysClr val="windowText" lastClr="000000"/>
    </a:dk1>
    <a:lt1>
      <a:sysClr val="window" lastClr="FFFFFF"/>
    </a:lt1>
    <a:dk2>
      <a:srgbClr val="424C58"/>
    </a:dk2>
    <a:lt2>
      <a:srgbClr val="B2B3B5"/>
    </a:lt2>
    <a:accent1>
      <a:srgbClr val="007BC0"/>
    </a:accent1>
    <a:accent2>
      <a:srgbClr val="004975"/>
    </a:accent2>
    <a:accent3>
      <a:srgbClr val="007BC0"/>
    </a:accent3>
    <a:accent4>
      <a:srgbClr val="004975"/>
    </a:accent4>
    <a:accent5>
      <a:srgbClr val="007BC0"/>
    </a:accent5>
    <a:accent6>
      <a:srgbClr val="004975"/>
    </a:accent6>
    <a:hlink>
      <a:srgbClr val="738CB4"/>
    </a:hlink>
    <a:folHlink>
      <a:srgbClr val="B0BBD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sax_Colors>
  <Line size="7">
    <Color val="9e2896" tooltip="Bosch Purple 40"/>
    <Color val="551151" tooltip="Bosch Purple 20"/>
  </Line>
  <Line size="7">
    <Color val="007bc0" tooltip="Bosch Blue 50"/>
    <Color val="004975" tooltip="Bosch Blue 30"/>
  </Line>
  <Line size="7">
    <Color val="18837e" tooltip="Bosch Turquoise 50"/>
    <Color val="0a4f4b" tooltip="Bosch Turquoise 30"/>
  </Line>
  <Line size="7">
    <Color val="00884a" tooltip="Bosch Green 50"/>
    <Color val="00512a" tooltip="Bosch Green 30"/>
  </Line>
</sax_Colors>
</file>

<file path=customXml/item2.xml><?xml version="1.0" encoding="utf-8"?>
<saxML>
  <saxMLTemplate>presentation_169</saxMLTemplate>
  <Variablen>
    <Variable>
      <Name>attachmentremark</Name>
      <OrgInhalt/>
      <Wert/>
      <Platzhalter>False</Platzhalter>
      <DocDatenDialog>True</DocDatenDialog>
      <Label>Nota de adjunto</Label>
      <FrageVar>False</FrageVar>
      <Prefix/>
      <Suffix/>
      <WegfallVar/>
      <MussFeld>False</MussFeld>
      <InDokument>True</InDokument>
      <Sektion>AttachmentRemark</Sektion>
      <Reihenfolge>0</Reihenfolge>
    </Variable>
    <Variable>
      <Name>departmentshort</Name>
      <OrgInhalt>TlP/MFD</OrgInhalt>
      <Wert>TlP/MFD</Wert>
      <Platzhalter>False</Platzhalter>
      <DocDatenDialog>True</DocDatenDialog>
      <Label>Nota de autor</Label>
      <FrageVar>False</FrageVar>
      <Prefix/>
      <Suffix/>
      <WegfallVar/>
      <MussFeld>False</MussFeld>
      <Trenner>
        <VariableVor>classification</VariableVor>
        <VariableVor>businessunit</VariableVor>
        <Zwischen> | </Zwischen>
        <VariableNach>departmentshort</VariableNach>
      </Trenner>
      <InDokument>True</InDokument>
      <Sektion>Bosch_footer_1</Sektion>
      <Reihenfolge/>
    </Variable>
    <Variable>
      <Name>classification</Name>
      <OrgInhalt>Internal C-SC1</OrgInhalt>
      <Wert>Internal C-SC1</Wert>
      <Platzhalter>False</Platzhalter>
      <DocDatenDialog>True</DocDatenDialog>
      <Label>Classification:</Label>
      <FrageVar>False</FrageVar>
      <Prefix/>
      <Suffix/>
      <WegfallVar/>
      <ComboBox>
        <Option>Public C-SC0</Option>
        <Option>Internal C-SC1</Option>
        <Option>Confidential C-SC2</Option>
        <Option>Strictly confidential C-SC3</Option>
        <Option/>
      </ComboBox>
      <MussFeld>False</MussFeld>
      <InDokument>True</InDokument>
      <Sektion>Bosch_footer_1</Sektion>
      <Reihenfolge>0</Reihenfolge>
    </Variable>
    <Variable>
      <Name>classification2</Name>
      <OrgInhalt>Internal C-SC1</OrgInhalt>
      <Wert>Internal C-SC1</Wert>
      <Platzhalter>False</Platzhalter>
      <DocDatenDialog>False</DocDatenDialog>
      <Label>Classification:</Label>
      <FrageVar>False</FrageVar>
      <Prefix/>
      <Suffix/>
      <WegfallVar/>
      <ComboBox>
        <Option>Public C-SC0</Option>
        <Option>Internal C-SC1</Option>
        <Option>Confidential C-SC2</Option>
        <Option>Strictly confidential C-SC3</Option>
        <Option/>
      </ComboBox>
      <MussFeld>False</MussFeld>
      <InDokument>True</InDokument>
      <Sektion>Bosch_footer_conf</Sektion>
      <Reihenfolge>0</Reihenfolge>
    </Variable>
    <Variable>
      <Name>copyright</Name>
      <OrgInhalt>Todos los derechos reservados, también en relación a cualquier mantenimiento, utilización, reproducción, procesamiento y transferencia, así como en caso de solicitudes de derechos de propiedad.</OrgInhalt>
      <Wert>Todos los derechos reservados, también en relación a cualquier mantenimiento, utilización, reproducción, procesamiento y transferencia, así como en caso de solicitudes de derechos de propiedad.</Wert>
      <Platzhalter>False</Platzhalter>
      <DocDatenDialog>False</DocDatenDialog>
      <Label>$tr_copyright$</Label>
      <FrageVar>False</FrageVar>
      <Prefix/>
      <Suffix/>
      <WegfallVar/>
      <MussFeld>False</MussFeld>
      <Trenner>
        <VariableVor>repositoryremark</VariableVor>
        <Zwischen>&lt;br&gt;</Zwischen>
        <VariableNach>copyright</VariableNach>
      </Trenner>
      <InDokument>True</InDokument>
      <Sektion>Bosch_footer_2</Sektion>
      <Reihenfolge/>
    </Variable>
    <Variable>
      <Name>dateformat</Name>
      <OrgInhalt>2026-07-02</OrgInhalt>
      <Wert>2026-07-02</Wert>
      <Platzhalter>False</Platzhalter>
      <DocDatenDialog>True</DocDatenDialog>
      <Label>Fecha</Label>
      <FrageVar>False</FrageVar>
      <Prefix/>
      <Suffix/>
      <WegfallVar/>
      <MussFeld>False</MussFeld>
      <Trenner>
        <VariableVor>departmentshort</VariableVor>
        <VariableVor>classification</VariableVor>
        <VariableVor>businessunit</VariableVor>
        <Zwischen> | </Zwischen>
        <VariableNach>dateformat</VariableNach>
      </Trenner>
      <InDokument>True</InDokument>
      <Sektion>Bosch_footer_1</Sektion>
      <Reihenfolge>0</Reihenfolge>
    </Variable>
    <Variable>
      <Name>businessunit</Name>
      <OrgInhalt/>
      <Wert/>
      <Platzhalter>False</Platzhalter>
      <DocDatenDialog>False</DocDatenDialog>
      <Label>$tr_businessunit$</Label>
      <FrageVar>False</FrageVar>
      <Prefix/>
      <Suffix/>
      <WegfallVar/>
      <MussFeld>False</MussFeld>
      <Trenner>
        <VariableVor>classification</VariableVor>
        <Zwischen> | </Zwischen>
        <VariableNach>businessunit</VariableNach>
      </Trenner>
      <InDokument>True</InDokument>
      <Sektion>Bosch_footer_1</Sektion>
      <Reihenfolge>0</Reihenfolge>
    </Variable>
    <Variable>
      <Name>repositoryremark</Name>
      <OrgInhalt/>
      <Wert/>
      <Platzhalter>False</Platzhalter>
      <DocDatenDialog>True</DocDatenDialog>
      <Label>Nota de archivo</Label>
      <FrageVar>False</FrageVar>
      <Prefix/>
      <Suffix/>
      <WegfallVar/>
      <MussFeld>False</MussFeld>
      <InDokument>True</InDokument>
      <Sektion>Bosch_footer_2</Sektion>
      <Reihenfolge>0</Reihenfolge>
    </Variable>
  </Variablen>
</saxML>
</file>

<file path=customXml/itemProps1.xml><?xml version="1.0" encoding="utf-8"?>
<ds:datastoreItem xmlns:ds="http://schemas.openxmlformats.org/officeDocument/2006/customXml" ds:itemID="{D0252559-44F8-474C-B66D-E357B88E32C2}">
  <ds:schemaRefs/>
</ds:datastoreItem>
</file>

<file path=customXml/itemProps2.xml><?xml version="1.0" encoding="utf-8"?>
<ds:datastoreItem xmlns:ds="http://schemas.openxmlformats.org/officeDocument/2006/customXml" ds:itemID="{304CF217-3C90-4AA0-B541-CE45F9BD305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presentation_169_1</Template>
  <TotalTime>3193</TotalTime>
  <Words>358</Words>
  <Application>Microsoft Office PowerPoint</Application>
  <PresentationFormat>Custom</PresentationFormat>
  <Paragraphs>81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Bosch Office Sans</vt:lpstr>
      <vt:lpstr>Bosch Sans</vt:lpstr>
      <vt:lpstr>Bosch Sans Regular</vt:lpstr>
      <vt:lpstr>Calibri</vt:lpstr>
      <vt:lpstr>Symbol</vt:lpstr>
      <vt:lpstr>Wingdings</vt:lpstr>
      <vt:lpstr>Bosch 2024</vt:lpstr>
      <vt:lpstr>Cycle Time Service</vt:lpstr>
      <vt:lpstr>PowerPoint Presentation</vt:lpstr>
      <vt:lpstr>Benchmark</vt:lpstr>
      <vt:lpstr>Current Cycle Time Calculation Limitation</vt:lpstr>
      <vt:lpstr>PowerPoint Presentation</vt:lpstr>
      <vt:lpstr>Cycle Time Service</vt:lpstr>
      <vt:lpstr>Cycle Time Service - Data Cleaning</vt:lpstr>
      <vt:lpstr>Cycle Time Service - Data Processing</vt:lpstr>
      <vt:lpstr>Subheadline</vt:lpstr>
    </vt:vector>
  </TitlesOfParts>
  <Company>Bosch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EXTERNAL Gonzalez Vazquez Jose Antonio (PM, TlP/MFD)</dc:creator>
  <cp:lastModifiedBy>EXTERNAL Gonzalez Vazquez Jose Antonio (PM, TlP/MFD)</cp:lastModifiedBy>
  <cp:revision>101</cp:revision>
  <dcterms:created xsi:type="dcterms:W3CDTF">2026-07-02T22:16:17Z</dcterms:created>
  <dcterms:modified xsi:type="dcterms:W3CDTF">2026-07-17T22:41:34Z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ttachmentremark">
    <vt:lpwstr>$attachmentremark$</vt:lpwstr>
  </property>
  <property fmtid="{D5CDD505-2E9C-101B-9397-08002B2CF9AE}" pid="3" name="classification">
    <vt:lpwstr>$tr_sc_internal$</vt:lpwstr>
  </property>
  <property fmtid="{D5CDD505-2E9C-101B-9397-08002B2CF9AE}" pid="4" name="copyright">
    <vt:lpwstr>$copyright$</vt:lpwstr>
  </property>
  <property fmtid="{D5CDD505-2E9C-101B-9397-08002B2CF9AE}" pid="5" name="dateformat">
    <vt:lpwstr>$dateformat$</vt:lpwstr>
  </property>
  <property fmtid="{D5CDD505-2E9C-101B-9397-08002B2CF9AE}" pid="6" name="businessunit">
    <vt:lpwstr>$businessunit$</vt:lpwstr>
  </property>
  <property fmtid="{D5CDD505-2E9C-101B-9397-08002B2CF9AE}" pid="7" name="repositoryremark">
    <vt:lpwstr>$repositoryremark$</vt:lpwstr>
  </property>
</Properties>
</file>