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3"/>
  </p:sldMasterIdLst>
  <p:notesMasterIdLst>
    <p:notesMasterId r:id="rId22"/>
  </p:notes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0969625" cy="6170613"/>
  <p:notesSz cx="6858000" cy="9144000"/>
  <p:custDataLst>
    <p:tags r:id="rId23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113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2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41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54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686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823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960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097" algn="l" defTabSz="82227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7911F-CEAF-4F0B-98BD-EFB38C6572AA}" type="datetimeFigureOut">
              <a:rPr lang="de-DE" smtClean="0"/>
              <a:t>02.07.2026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D48B2-9EB0-4B37-9B35-FC11E2EA535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3153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EB4CC976-E504-9F9B-AAA8-4B8F85DDABEF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984853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2590" userDrawn="1">
          <p15:clr>
            <a:srgbClr val="FBAE40"/>
          </p15:clr>
        </p15:guide>
        <p15:guide id="5" orient="horz" pos="2669" userDrawn="1">
          <p15:clr>
            <a:srgbClr val="FBAE40"/>
          </p15:clr>
        </p15:guide>
        <p15:guide id="6" orient="horz" pos="346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43858496-C239-47F8-BDF4-1C95D89182D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55C2B86F-C1CA-4E64-9221-A99B4E89D289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3" name="SuperGraphic">
            <a:extLst>
              <a:ext uri="{FF2B5EF4-FFF2-40B4-BE49-F238E27FC236}">
                <a16:creationId xmlns:a16="http://schemas.microsoft.com/office/drawing/2014/main" id="{8E3B306C-041F-4487-8C98-1BF9B6BE172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37724B12-9637-FD34-B3B0-53E9BF1D1434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21930316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70" userDrawn="1">
          <p15:clr>
            <a:srgbClr val="FBAE40"/>
          </p15:clr>
        </p15:guide>
        <p15:guide id="2" pos="6566" userDrawn="1">
          <p15:clr>
            <a:srgbClr val="FBAE40"/>
          </p15:clr>
        </p15:guide>
        <p15:guide id="3" orient="horz" pos="2093" userDrawn="1">
          <p15:clr>
            <a:srgbClr val="FBAE40"/>
          </p15:clr>
        </p15:guide>
        <p15:guide id="4" orient="horz" pos="2014" userDrawn="1">
          <p15:clr>
            <a:srgbClr val="FBAE40"/>
          </p15:clr>
        </p15:guide>
        <p15:guide id="5" orient="horz" pos="347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E881C9CD-D10B-4CDB-B44D-3FBD5D07A516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DB38986C-DCE5-D964-B0BA-9AB589C96711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88093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2" userDrawn="1">
          <p15:clr>
            <a:srgbClr val="FBAE40"/>
          </p15:clr>
        </p15:guide>
        <p15:guide id="2" pos="6185" userDrawn="1">
          <p15:clr>
            <a:srgbClr val="FBAE40"/>
          </p15:clr>
        </p15:guide>
        <p15:guide id="3" orient="horz" pos="1639" userDrawn="1">
          <p15:clr>
            <a:srgbClr val="FBAE40"/>
          </p15:clr>
        </p15:guide>
        <p15:guide id="4" orient="horz" pos="346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E5083679-3829-4F0B-9E1A-B4E6F314AFD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>
            <a:extLst>
              <a:ext uri="{FF2B5EF4-FFF2-40B4-BE49-F238E27FC236}">
                <a16:creationId xmlns:a16="http://schemas.microsoft.com/office/drawing/2014/main" id="{EE80FFE3-B9B2-433E-9111-10990FD419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>
            <a:extLst>
              <a:ext uri="{FF2B5EF4-FFF2-40B4-BE49-F238E27FC236}">
                <a16:creationId xmlns:a16="http://schemas.microsoft.com/office/drawing/2014/main" id="{5DD958C9-7251-4FEC-9785-C1A6CE9F6847}"/>
              </a:ext>
            </a:extLst>
          </p:cNvPr>
          <p:cNvSpPr>
            <a:spLocks noSelect="1" noChangeAspect="1"/>
          </p:cNvSpPr>
          <p:nvPr userDrawn="1"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EAE105-4DC3-4775-A78C-B758C32ACF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>
            <a:extLst>
              <a:ext uri="{FF2B5EF4-FFF2-40B4-BE49-F238E27FC236}">
                <a16:creationId xmlns:a16="http://schemas.microsoft.com/office/drawing/2014/main" id="{B93399BE-B0B2-44B3-8FAE-18A968B3CDA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Bosch_footer_conf">
            <a:extLst>
              <a:ext uri="{FF2B5EF4-FFF2-40B4-BE49-F238E27FC236}">
                <a16:creationId xmlns:a16="http://schemas.microsoft.com/office/drawing/2014/main" id="{9615C293-AF3D-B45D-E4FB-BC09FDE03C19}"/>
              </a:ext>
            </a:extLst>
          </p:cNvPr>
          <p:cNvSpPr txBox="1"/>
          <p:nvPr userDrawn="1"/>
        </p:nvSpPr>
        <p:spPr>
          <a:xfrm>
            <a:off x="3279600" y="5688000"/>
            <a:ext cx="6354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endParaRPr lang="en-US" sz="600" kern="0" baseline="0" noProof="1">
              <a:solidFill>
                <a:schemeClr val="tx1"/>
              </a:solidFill>
              <a:latin typeface="+mn-lt"/>
            </a:endParaRP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30814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2064" userDrawn="1">
          <p15:clr>
            <a:srgbClr val="FBAE40"/>
          </p15:clr>
        </p15:guide>
        <p15:guide id="2" pos="6524" userDrawn="1">
          <p15:clr>
            <a:srgbClr val="FBAE40"/>
          </p15:clr>
        </p15:guide>
        <p15:guide id="3" orient="horz" pos="754" userDrawn="1">
          <p15:clr>
            <a:srgbClr val="FBAE40"/>
          </p15:clr>
        </p15:guide>
        <p15:guide id="4" orient="horz" pos="2738" userDrawn="1">
          <p15:clr>
            <a:srgbClr val="FBAE40"/>
          </p15:clr>
        </p15:guide>
        <p15:guide id="5" pos="2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926F8EF2-FFD9-4D48-A076-77C0B811BAB0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</p:spTree>
    <p:extLst>
      <p:ext uri="{BB962C8B-B14F-4D97-AF65-F5344CB8AC3E}">
        <p14:creationId xmlns:p14="http://schemas.microsoft.com/office/powerpoint/2010/main" val="76580094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77066FA-8AE8-47E2-8A79-1355389EE47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E3AE72B7-66D7-4755-9A92-9BAA3A80886F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6B548-69AA-497B-BD64-E14E4F9EA5F6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Agregar texto</a:t>
            </a:r>
          </a:p>
        </p:txBody>
      </p:sp>
    </p:spTree>
    <p:extLst>
      <p:ext uri="{BB962C8B-B14F-4D97-AF65-F5344CB8AC3E}">
        <p14:creationId xmlns:p14="http://schemas.microsoft.com/office/powerpoint/2010/main" val="76489657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48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1630DC1C-C3C8-477E-AC19-4DC706EB4992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90CB4FC-C276-4DB5-A6E3-49DD9BC66B63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Agregar texto</a:t>
            </a:r>
          </a:p>
        </p:txBody>
      </p:sp>
    </p:spTree>
    <p:extLst>
      <p:ext uri="{BB962C8B-B14F-4D97-AF65-F5344CB8AC3E}">
        <p14:creationId xmlns:p14="http://schemas.microsoft.com/office/powerpoint/2010/main" val="83206144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949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orient="horz" pos="22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>
            <a:extLst>
              <a:ext uri="{FF2B5EF4-FFF2-40B4-BE49-F238E27FC236}">
                <a16:creationId xmlns:a16="http://schemas.microsoft.com/office/drawing/2014/main" id="{FD4E5E48-387B-4CE0-80BE-1097F697DAD5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D6647D1E-89E9-4244-B52F-555902731C7A}"/>
              </a:ext>
            </a:extLst>
          </p:cNvPr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000" indent="0">
              <a:buFontTx/>
              <a:buNone/>
              <a:defRPr/>
            </a:lvl2pPr>
            <a:lvl3pPr marL="414000" indent="0">
              <a:buFontTx/>
              <a:buNone/>
              <a:defRPr/>
            </a:lvl3pPr>
            <a:lvl4pPr marL="612000" indent="0">
              <a:buFontTx/>
              <a:buNone/>
              <a:defRPr/>
            </a:lvl4pPr>
            <a:lvl5pPr marL="612000" indent="0">
              <a:buFontTx/>
              <a:buNone/>
              <a:defRPr/>
            </a:lvl5pPr>
          </a:lstStyle>
          <a:p>
            <a:pPr lvl="0"/>
            <a:r>
              <a:rPr lang="en-US" noProof="1"/>
              <a:t>Agregar texto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70059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456" userDrawn="1">
          <p15:clr>
            <a:srgbClr val="FBAE40"/>
          </p15:clr>
        </p15:guide>
        <p15:guide id="2" pos="6609" userDrawn="1">
          <p15:clr>
            <a:srgbClr val="FBAE40"/>
          </p15:clr>
        </p15:guide>
        <p15:guide id="3" orient="horz" pos="257" userDrawn="1">
          <p15:clr>
            <a:srgbClr val="FBAE40"/>
          </p15:clr>
        </p15:guide>
        <p15:guide id="4" orient="horz" pos="3489" userDrawn="1">
          <p15:clr>
            <a:srgbClr val="FBAE40"/>
          </p15:clr>
        </p15:guide>
        <p15:guide id="5" pos="3713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0" y="-1"/>
            <a:ext cx="10969625" cy="6102967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7" name="SuperGraphic">
            <a:extLst>
              <a:ext uri="{FF2B5EF4-FFF2-40B4-BE49-F238E27FC236}">
                <a16:creationId xmlns:a16="http://schemas.microsoft.com/office/drawing/2014/main" id="{B94F8A84-08DD-4D80-9910-12CC38592318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6" name="Logo">
            <a:extLst>
              <a:ext uri="{FF2B5EF4-FFF2-40B4-BE49-F238E27FC236}">
                <a16:creationId xmlns:a16="http://schemas.microsoft.com/office/drawing/2014/main" id="{0C8D7868-566A-E406-AA76-0F7E438D3810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13577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4" orient="horz" pos="38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 logo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4BBAF9A-7C35-481A-A051-34156DE6B27D}"/>
              </a:ext>
            </a:extLst>
          </p:cNvPr>
          <p:cNvSpPr>
            <a:spLocks noGrp="1"/>
          </p:cNvSpPr>
          <p:nvPr>
            <p:ph type="pic" sz="quarter" idx="1" hasCustomPrompt="1"/>
          </p:nvPr>
        </p:nvSpPr>
        <p:spPr>
          <a:xfrm>
            <a:off x="-1" y="0"/>
            <a:ext cx="10899775" cy="6170400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pic>
        <p:nvPicPr>
          <p:cNvPr id="6" name="SuperGraphic">
            <a:extLst>
              <a:ext uri="{FF2B5EF4-FFF2-40B4-BE49-F238E27FC236}">
                <a16:creationId xmlns:a16="http://schemas.microsoft.com/office/drawing/2014/main" id="{2D38AACD-EB97-4B81-ACAA-2074E22BBC01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  <p:sp>
        <p:nvSpPr>
          <p:cNvPr id="2" name="Logo">
            <a:extLst>
              <a:ext uri="{FF2B5EF4-FFF2-40B4-BE49-F238E27FC236}">
                <a16:creationId xmlns:a16="http://schemas.microsoft.com/office/drawing/2014/main" id="{F002D116-88B8-2720-FAAC-860765E59F72}"/>
              </a:ext>
            </a:extLst>
          </p:cNvPr>
          <p:cNvSpPr>
            <a:spLocks noGrp="1"/>
          </p:cNvSpPr>
          <p:nvPr>
            <p:ph type="body" sz="quarter" idx="99" hasCustomPrompt="1"/>
          </p:nvPr>
        </p:nvSpPr>
        <p:spPr>
          <a:xfrm>
            <a:off x="9672212" y="5561282"/>
            <a:ext cx="1231531" cy="506144"/>
          </a:xfrm>
          <a:blipFill>
            <a:blip r:embed="rId4"/>
            <a:stretch>
              <a:fillRect/>
            </a:stretch>
          </a:blipFill>
        </p:spPr>
        <p:txBody>
          <a:bodyPr anchor="t" anchorCtr="0"/>
          <a:lstStyle>
            <a:lvl1pPr marL="0" indent="0" algn="l">
              <a:buFontTx/>
              <a:buNone/>
              <a:defRPr sz="100">
                <a:noFill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 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232102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2" pos="6866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E43D273-A15E-4B64-AFD2-1388D749B6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Agregar título de diapositiva</a:t>
            </a:r>
          </a:p>
        </p:txBody>
      </p:sp>
      <p:sp>
        <p:nvSpPr>
          <p:cNvPr id="15" name="Chapter_titleonly">
            <a:extLst>
              <a:ext uri="{FF2B5EF4-FFF2-40B4-BE49-F238E27FC236}">
                <a16:creationId xmlns:a16="http://schemas.microsoft.com/office/drawing/2014/main" id="{5B281E01-A653-4813-BC65-8900B31D11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Agregar título de capítulo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46C5CB-CB38-4AD2-99D2-34C738DF30C0}"/>
              </a:ext>
            </a:extLst>
          </p:cNvPr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3261F3-E57F-4170-BD7E-F44931BE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8977382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E29BFEC5-7639-4AE9-A818-5EB7EC3C9C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Agregar título de capítulo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9B80D-00FD-40C8-B929-FA71A2E035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Agregar título de diapositiva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0193DB20-8E77-4A05-AA77-554F32E8990F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6EE88F-E97F-46A3-8AB7-354C833C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78760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3225" userDrawn="1">
          <p15:clr>
            <a:srgbClr val="FBAE40"/>
          </p15:clr>
        </p15:guide>
        <p15:guide id="9" pos="368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>
            <a:extLst>
              <a:ext uri="{FF2B5EF4-FFF2-40B4-BE49-F238E27FC236}">
                <a16:creationId xmlns:a16="http://schemas.microsoft.com/office/drawing/2014/main" id="{7CCAFAD8-87FF-4E8A-B13E-2709A28399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Agregar título de capítulo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213B860-B040-4AA5-BCCF-91A137076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Agregar título de diapositiva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3F3E027D-9EE5-4C12-9974-36EA025C35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>
            <a:extLst>
              <a:ext uri="{FF2B5EF4-FFF2-40B4-BE49-F238E27FC236}">
                <a16:creationId xmlns:a16="http://schemas.microsoft.com/office/drawing/2014/main" id="{79759149-285E-4F0E-938E-7199B34084BE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F85651-AA1F-4EE5-A69C-0361B9A9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005200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5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85E4898A-B45B-416F-8A7F-E57751056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Agregar título de capítulo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33F6F31-B924-4EAD-BDA8-332AAD2C41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Agregar título de diapositiva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3A9A741C-7644-4810-ABAF-465822FC0D7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68EDC3-D46C-4E18-BC78-B9478A7BD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7631146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1731" userDrawn="1">
          <p15:clr>
            <a:srgbClr val="FBAE40"/>
          </p15:clr>
        </p15:guide>
        <p15:guide id="9" pos="1810" userDrawn="1">
          <p15:clr>
            <a:srgbClr val="FBAE40"/>
          </p15:clr>
        </p15:guide>
        <p15:guide id="10" pos="3417" userDrawn="1">
          <p15:clr>
            <a:srgbClr val="FBAE40"/>
          </p15:clr>
        </p15:guide>
        <p15:guide id="11" pos="3495" userDrawn="1">
          <p15:clr>
            <a:srgbClr val="FBAE40"/>
          </p15:clr>
        </p15:guide>
        <p15:guide id="12" pos="5098" userDrawn="1">
          <p15:clr>
            <a:srgbClr val="FBAE40"/>
          </p15:clr>
        </p15:guide>
        <p15:guide id="13" pos="517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>
            <a:extLst>
              <a:ext uri="{FF2B5EF4-FFF2-40B4-BE49-F238E27FC236}">
                <a16:creationId xmlns:a16="http://schemas.microsoft.com/office/drawing/2014/main" id="{9398DDFA-1939-498B-8921-7DDB40481F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Agregar título de capítulo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B79D08E-37B8-49BA-9E18-ED577CD99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Agregar título de diapositiva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>
            <a:extLst>
              <a:ext uri="{FF2B5EF4-FFF2-40B4-BE49-F238E27FC236}">
                <a16:creationId xmlns:a16="http://schemas.microsoft.com/office/drawing/2014/main" id="{2E7C0809-54C2-4B00-97B9-AEB55C54DF36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337342F-2EB7-4EB1-963F-314A664F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956372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>
            <a:extLst>
              <a:ext uri="{FF2B5EF4-FFF2-40B4-BE49-F238E27FC236}">
                <a16:creationId xmlns:a16="http://schemas.microsoft.com/office/drawing/2014/main" id="{90C8652B-1F43-4467-AC53-668A8D3D470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Agregar título de capítulo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DBB36D-E1FF-4336-B805-B8B7F4B25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Agregar título de diapositiva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>
            <a:extLst>
              <a:ext uri="{FF2B5EF4-FFF2-40B4-BE49-F238E27FC236}">
                <a16:creationId xmlns:a16="http://schemas.microsoft.com/office/drawing/2014/main" id="{43F0E5D0-784C-433E-AAB0-40D43C1BCBA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5D5130-F453-4F60-9091-CC67A9512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519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3225" userDrawn="1">
          <p15:clr>
            <a:srgbClr val="FBAE40"/>
          </p15:clr>
        </p15:guide>
        <p15:guide id="11" pos="368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>
            <a:extLst>
              <a:ext uri="{FF2B5EF4-FFF2-40B4-BE49-F238E27FC236}">
                <a16:creationId xmlns:a16="http://schemas.microsoft.com/office/drawing/2014/main" id="{FEDBFC76-9F59-4A18-8E8B-EDDF9CC208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Agregar título de capítulo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226D581-60F4-440B-A410-F6582BC0DC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Agregar título de diapositiva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>
            <a:extLst>
              <a:ext uri="{FF2B5EF4-FFF2-40B4-BE49-F238E27FC236}">
                <a16:creationId xmlns:a16="http://schemas.microsoft.com/office/drawing/2014/main" id="{C680F8C7-4715-4E6C-829A-E87F16C03BB3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4D98D-B6D0-4EAC-B595-B1B3F34F7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482577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pos="2126" userDrawn="1">
          <p15:clr>
            <a:srgbClr val="FBAE40"/>
          </p15:clr>
        </p15:guide>
        <p15:guide id="9" pos="2457" userDrawn="1">
          <p15:clr>
            <a:srgbClr val="FBAE40"/>
          </p15:clr>
        </p15:guide>
        <p15:guide id="10" pos="4453" userDrawn="1">
          <p15:clr>
            <a:srgbClr val="FBAE40"/>
          </p15:clr>
        </p15:guide>
        <p15:guide id="11" pos="4782" userDrawn="1">
          <p15:clr>
            <a:srgbClr val="FBAE40"/>
          </p15:clr>
        </p15:guide>
        <p15:guide id="12" orient="horz" pos="2113" userDrawn="1">
          <p15:clr>
            <a:srgbClr val="FBAE40"/>
          </p15:clr>
        </p15:guide>
        <p15:guide id="13" orient="horz" pos="219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>
            <a:extLst>
              <a:ext uri="{FF2B5EF4-FFF2-40B4-BE49-F238E27FC236}">
                <a16:creationId xmlns:a16="http://schemas.microsoft.com/office/drawing/2014/main" id="{20D581F7-7281-48B4-B67B-7228F84F39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Agregar título de capítulo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C7544615-D17B-4350-B517-7E469AC91A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Agregar título de diapositiva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8468F8D-277D-4F1A-84A1-62122010643F}"/>
              </a:ext>
            </a:extLst>
          </p:cNvPr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B143799E-2832-49D7-9953-45BACACA7549}"/>
              </a:ext>
            </a:extLst>
          </p:cNvPr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Agregar texto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>
            <a:extLst>
              <a:ext uri="{FF2B5EF4-FFF2-40B4-BE49-F238E27FC236}">
                <a16:creationId xmlns:a16="http://schemas.microsoft.com/office/drawing/2014/main" id="{60F530EA-2EFB-4DC6-BA26-465D18FD265B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FE2449-86F7-413D-AD74-17B8BDC5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371421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  <p15:guide id="8" orient="horz" pos="2113" userDrawn="1">
          <p15:clr>
            <a:srgbClr val="FBAE40"/>
          </p15:clr>
        </p15:guide>
        <p15:guide id="9" orient="horz" pos="2192" userDrawn="1">
          <p15:clr>
            <a:srgbClr val="FBAE40"/>
          </p15:clr>
        </p15:guide>
        <p15:guide id="10" pos="1731" userDrawn="1">
          <p15:clr>
            <a:srgbClr val="FBAE40"/>
          </p15:clr>
        </p15:guide>
        <p15:guide id="11" pos="1810" userDrawn="1">
          <p15:clr>
            <a:srgbClr val="FBAE40"/>
          </p15:clr>
        </p15:guide>
        <p15:guide id="12" pos="3416" userDrawn="1">
          <p15:clr>
            <a:srgbClr val="FBAE40"/>
          </p15:clr>
        </p15:guide>
        <p15:guide id="13" pos="3497" userDrawn="1">
          <p15:clr>
            <a:srgbClr val="FBAE40"/>
          </p15:clr>
        </p15:guide>
        <p15:guide id="14" pos="5098" userDrawn="1">
          <p15:clr>
            <a:srgbClr val="FBAE40"/>
          </p15:clr>
        </p15:guide>
        <p15:guide id="15" pos="517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983" indent="0">
              <a:buNone/>
              <a:defRPr sz="2800"/>
            </a:lvl2pPr>
            <a:lvl3pPr marL="525562" indent="0">
              <a:buNone/>
              <a:defRPr sz="2800"/>
            </a:lvl3pPr>
            <a:lvl4pPr marL="748745" indent="0">
              <a:buNone/>
              <a:defRPr sz="2800"/>
            </a:lvl4pPr>
            <a:lvl5pPr marL="748745" indent="0">
              <a:buNone/>
              <a:defRPr sz="2800"/>
            </a:lvl5pPr>
          </a:lstStyle>
          <a:p>
            <a:pPr lvl="0"/>
            <a:r>
              <a:rPr lang="en-US" noProof="1"/>
              <a:t>Agregar título de capítulo</a:t>
            </a:r>
          </a:p>
        </p:txBody>
      </p:sp>
      <p:sp>
        <p:nvSpPr>
          <p:cNvPr id="10" name="AttachmentRemark">
            <a:extLst>
              <a:ext uri="{FF2B5EF4-FFF2-40B4-BE49-F238E27FC236}">
                <a16:creationId xmlns:a16="http://schemas.microsoft.com/office/drawing/2014/main" id="{8883D326-CEAD-4903-8269-B2D194C3C224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C74776-286D-45CF-B42A-A491ED08BE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Agregar título de diapositiva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4A29A7-9E35-4523-8421-38341F67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82227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4" orient="horz" pos="408" userDrawn="1">
          <p15:clr>
            <a:srgbClr val="FBAE40"/>
          </p15:clr>
        </p15:guide>
        <p15:guide id="5" orient="horz" pos="654" userDrawn="1">
          <p15:clr>
            <a:srgbClr val="FBAE40"/>
          </p15:clr>
        </p15:guide>
        <p15:guide id="6" orient="horz" pos="816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>
            <a:extLst>
              <a:ext uri="{FF2B5EF4-FFF2-40B4-BE49-F238E27FC236}">
                <a16:creationId xmlns:a16="http://schemas.microsoft.com/office/drawing/2014/main" id="{C868D9BE-A299-4D0B-87AF-B491FAE5FD28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0A8589-A8D2-4132-B89B-2FADFC12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074551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8" userDrawn="1">
          <p15:clr>
            <a:srgbClr val="FBAE40"/>
          </p15:clr>
        </p15:guide>
        <p15:guide id="2" pos="6784" userDrawn="1">
          <p15:clr>
            <a:srgbClr val="FBAE40"/>
          </p15:clr>
        </p15:guide>
        <p15:guide id="3" orient="horz" pos="162" userDrawn="1">
          <p15:clr>
            <a:srgbClr val="FBAE40"/>
          </p15:clr>
        </p15:guide>
        <p15:guide id="7" orient="horz" pos="348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Logo">
            <a:extLst>
              <a:ext uri="{FF2B5EF4-FFF2-40B4-BE49-F238E27FC236}">
                <a16:creationId xmlns:a16="http://schemas.microsoft.com/office/drawing/2014/main" id="{F38A617B-35DF-43CE-B5F7-67FA9A7F2474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Agregar título de diapositiva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4898AEC0-503E-4FA4-859C-D0F72D6E3F79}" type="slidenum">
              <a:rPr lang="en-US" noProof="1" dirty="0" smtClean="0"/>
              <a:pPr/>
              <a:t>‹#›</a:t>
            </a:fld>
            <a:endParaRPr lang="en-US" noProof="1"/>
          </a:p>
        </p:txBody>
      </p:sp>
      <p:sp>
        <p:nvSpPr>
          <p:cNvPr id="14" name="Bosch_footer_1">
            <a:extLst>
              <a:ext uri="{FF2B5EF4-FFF2-40B4-BE49-F238E27FC236}">
                <a16:creationId xmlns:a16="http://schemas.microsoft.com/office/drawing/2014/main" id="{179AD5EC-CEF2-4193-998B-D730BC74E01B}"/>
              </a:ext>
            </a:extLst>
          </p:cNvPr>
          <p:cNvSpPr txBox="1"/>
          <p:nvPr userDrawn="1"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  <a:latin typeface="+mn-lt"/>
              </a:rPr>
              <a:t>Internal C-SC1</a:t>
            </a:r>
            <a:r>
              <a:rPr lang="en-US" sz="600" kern="0" baseline="0" noProof="1">
                <a:solidFill>
                  <a:schemeClr val="tx1"/>
                </a:solidFill>
                <a:latin typeface="+mn-lt"/>
              </a:rPr>
              <a:t> | TlP/MFD | 2026-07-02</a:t>
            </a:r>
          </a:p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</a:pPr>
            <a:endParaRPr kumimoji="0" lang="en-US" sz="600" b="0" i="0" u="none" strike="noStrike" kern="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8" name="Bosch_footer_2">
            <a:extLst>
              <a:ext uri="{FF2B5EF4-FFF2-40B4-BE49-F238E27FC236}">
                <a16:creationId xmlns:a16="http://schemas.microsoft.com/office/drawing/2014/main" id="{C3D77AD5-379C-4A86-AFCF-32945A0FEE26}"/>
              </a:ext>
            </a:extLst>
          </p:cNvPr>
          <p:cNvSpPr txBox="1"/>
          <p:nvPr userDrawn="1"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rgbClr val="B2B3B5"/>
                </a:solidFill>
                <a:latin typeface="+mn-lt"/>
              </a:rPr>
              <a:t>Todos los derechos reservados, también en relación a cualquier mantenimiento, utilización, reproducción, procesamiento y transferencia, así como en caso de solicitudes de derechos de propiedad.</a:t>
            </a:r>
          </a:p>
        </p:txBody>
      </p:sp>
      <p:sp>
        <p:nvSpPr>
          <p:cNvPr id="15" name="Bosch_footer_1" hidden="1">
            <a:extLst>
              <a:ext uri="{FF2B5EF4-FFF2-40B4-BE49-F238E27FC236}">
                <a16:creationId xmlns:a16="http://schemas.microsoft.com/office/drawing/2014/main" id="{DB0BF576-A4BE-4521-98AB-F28795DF7BD0}"/>
              </a:ext>
            </a:extLst>
          </p:cNvPr>
          <p:cNvSpPr txBox="1"/>
          <p:nvPr userDrawn="1"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>
            <a:extLst>
              <a:ext uri="{FF2B5EF4-FFF2-40B4-BE49-F238E27FC236}">
                <a16:creationId xmlns:a16="http://schemas.microsoft.com/office/drawing/2014/main" id="{E897C98A-4665-443F-B1CF-E9B71E9916EC}"/>
              </a:ext>
            </a:extLst>
          </p:cNvPr>
          <p:cNvSpPr txBox="1"/>
          <p:nvPr userDrawn="1"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5" name="Bosch_footer_conf" hidden="1">
            <a:extLst>
              <a:ext uri="{FF2B5EF4-FFF2-40B4-BE49-F238E27FC236}">
                <a16:creationId xmlns:a16="http://schemas.microsoft.com/office/drawing/2014/main" id="{F284BCA6-6C15-7058-29DB-AB9000B6F1CF}"/>
              </a:ext>
            </a:extLst>
          </p:cNvPr>
          <p:cNvSpPr txBox="1"/>
          <p:nvPr userDrawn="1"/>
        </p:nvSpPr>
        <p:spPr>
          <a:xfrm>
            <a:off x="816069" y="516859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%classification%</a:t>
            </a:r>
            <a:endParaRPr lang="en-US" sz="600" kern="0" baseline="0" noProof="1">
              <a:solidFill>
                <a:schemeClr val="tx1"/>
              </a:solidFill>
            </a:endParaRPr>
          </a:p>
        </p:txBody>
      </p:sp>
      <p:sp>
        <p:nvSpPr>
          <p:cNvPr id="13" name="AttachmentRemark" hidden="1">
            <a:extLst>
              <a:ext uri="{FF2B5EF4-FFF2-40B4-BE49-F238E27FC236}">
                <a16:creationId xmlns:a16="http://schemas.microsoft.com/office/drawing/2014/main" id="{F41551A9-D6BA-431A-8DBF-55BA472D9657}"/>
              </a:ext>
            </a:extLst>
          </p:cNvPr>
          <p:cNvSpPr>
            <a:spLocks/>
          </p:cNvSpPr>
          <p:nvPr userDrawn="1"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>
            <a:extLst>
              <a:ext uri="{FF2B5EF4-FFF2-40B4-BE49-F238E27FC236}">
                <a16:creationId xmlns:a16="http://schemas.microsoft.com/office/drawing/2014/main" id="{1E0562BC-DD12-4C96-A115-D2D70EC1366D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553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10" r:id="rId2"/>
    <p:sldLayoutId id="2147483713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46" r:id="rId11"/>
    <p:sldLayoutId id="2147483744" r:id="rId12"/>
    <p:sldLayoutId id="2147483724" r:id="rId13"/>
    <p:sldLayoutId id="2147483726" r:id="rId14"/>
    <p:sldLayoutId id="2147483727" r:id="rId15"/>
    <p:sldLayoutId id="2147483728" r:id="rId16"/>
    <p:sldLayoutId id="2147483729" r:id="rId17"/>
    <p:sldLayoutId id="2147483745" r:id="rId18"/>
    <p:sldLayoutId id="2147483723" r:id="rId19"/>
    <p:sldLayoutId id="2147483734" r:id="rId20"/>
  </p:sldLayoutIdLst>
  <p:hf hdr="0" ftr="0" dt="0"/>
  <p:txStyles>
    <p:titleStyle>
      <a:lvl1pPr algn="l" defTabSz="914333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400" indent="-230400" algn="l" defTabSz="914333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600" indent="-230400" algn="l" defTabSz="914333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defTabSz="914333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000" indent="-230400" algn="l" defTabSz="914333" rtl="0" eaLnBrk="1" latinLnBrk="0" hangingPunct="1">
        <a:lnSpc>
          <a:spcPct val="103000"/>
        </a:lnSpc>
        <a:spcBef>
          <a:spcPts val="500"/>
        </a:spcBef>
        <a:buFont typeface="Bosch Office Sans" pitchFamily="2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3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9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8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5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32" algn="l" defTabSz="91433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2CEAD-74B7-A795-4D87-06BAA0C585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E07B5A-6539-B6D2-2CD2-0B2A5AA9B8B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04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7CC25-3435-9379-1E09-789B00C34C20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5895301" y="1614487"/>
            <a:ext cx="4596486" cy="42160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is a critical deviation in meeting our production targets on the floor.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specific cases, the difference between the actual parts produced and the target is up to half of the projected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Conversely, there are times when production spikes so much that Relative Utilization exceeds 100%, which indicates a lack of accuracy in our metrics.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BA1ABDB3-789F-FC0F-0118-AE4EF1D22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70" y="1614487"/>
            <a:ext cx="5484812" cy="2941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469A07D-84AE-3DEC-3DB4-1A0B9637A4C4}"/>
              </a:ext>
            </a:extLst>
          </p:cNvPr>
          <p:cNvSpPr txBox="1"/>
          <p:nvPr/>
        </p:nvSpPr>
        <p:spPr>
          <a:xfrm>
            <a:off x="7108457" y="633813"/>
            <a:ext cx="2170175" cy="33920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lang="en-US" sz="2400" dirty="0">
                <a:latin typeface="Bosch Sans Black" panose="020B0A04020202020204" pitchFamily="34" charset="0"/>
              </a:rPr>
              <a:t>Current State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Sans Black" panose="020B0A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42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97DC5-E74C-9B08-32D8-CDFA913DE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D3D4717-52E9-15A7-7B1B-F6A5F8F0E162}"/>
              </a:ext>
            </a:extLst>
          </p:cNvPr>
          <p:cNvSpPr txBox="1">
            <a:spLocks/>
          </p:cNvSpPr>
          <p:nvPr/>
        </p:nvSpPr>
        <p:spPr>
          <a:xfrm>
            <a:off x="888326" y="1614487"/>
            <a:ext cx="4596486" cy="4216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333" rtl="0" eaLnBrk="1" latinLnBrk="0" hangingPunct="1">
              <a:lnSpc>
                <a:spcPct val="107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98000" indent="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4000" indent="0" algn="l" defTabSz="914333" rtl="0" eaLnBrk="1" latinLnBrk="0" hangingPunct="1">
              <a:lnSpc>
                <a:spcPct val="102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Tx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12000" indent="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Tx/>
              <a:buNone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2000" indent="-230400" algn="l" defTabSz="914333" rtl="0" eaLnBrk="1" latinLnBrk="0" hangingPunct="1">
              <a:lnSpc>
                <a:spcPct val="103000"/>
              </a:lnSpc>
              <a:spcBef>
                <a:spcPts val="500"/>
              </a:spcBef>
              <a:buFont typeface="Bosch Office Sans" pitchFamily="2" charset="0"/>
              <a:buChar char="‒"/>
              <a:defRPr sz="13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There is a critical deviation in meeting our production targets on the floor.</a:t>
            </a:r>
          </a:p>
          <a:p>
            <a:pPr marL="285750" indent="-28575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In specific cases, the difference between the actual parts produced and the target is up to half of the projected volume.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7154B3-52C7-2EF4-BFB0-AA4DD0CF1D45}"/>
              </a:ext>
            </a:extLst>
          </p:cNvPr>
          <p:cNvSpPr txBox="1"/>
          <p:nvPr/>
        </p:nvSpPr>
        <p:spPr>
          <a:xfrm>
            <a:off x="2266074" y="722376"/>
            <a:ext cx="1852664" cy="35122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fontAlgn="auto">
              <a:spcBef>
                <a:spcPts val="500"/>
              </a:spcBef>
              <a:spcAft>
                <a:spcPts val="0"/>
              </a:spcAft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Sans Black" panose="020B0A04020202020204" pitchFamily="34" charset="0"/>
              </a:rPr>
              <a:t>Root Cause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Sans Black" panose="020B0A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405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75C52-0E7E-5824-D880-166EA42E06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BF4D0-0856-B64D-B57A-DD39CA8D80B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33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BBF8A9-46FC-41A8-D3B7-A982CE576D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A3D563-207A-686A-F8A1-BCD93C6D4B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410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885060-BCF6-0BA6-8ACE-03FB70133B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275C25-06C7-2326-9638-C0D212FC7A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300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12BAED7-C76F-7DED-3D7C-94F9829C44C8}"/>
              </a:ext>
            </a:extLst>
          </p:cNvPr>
          <p:cNvSpPr>
            <a:spLocks noGrp="1"/>
          </p:cNvSpPr>
          <p:nvPr>
            <p:ph type="pic"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692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FBB379E-B736-4C15-76CE-106CEFE1F35D}"/>
              </a:ext>
            </a:extLst>
          </p:cNvPr>
          <p:cNvSpPr>
            <a:spLocks noGrp="1"/>
          </p:cNvSpPr>
          <p:nvPr>
            <p:ph type="pic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3CDF3B-6FDF-A2D1-54DE-9FF6DBF82123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946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EDAA29E-BF4B-FD79-E64D-DF9799A874EB}"/>
              </a:ext>
            </a:extLst>
          </p:cNvPr>
          <p:cNvSpPr>
            <a:spLocks noGrp="1"/>
          </p:cNvSpPr>
          <p:nvPr>
            <p:ph type="pic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39DA6-7170-3EF1-4446-6424BF9C8ED9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65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A9AD45-0EB4-8042-BD58-6DF93AF9DE43}"/>
              </a:ext>
            </a:extLst>
          </p:cNvPr>
          <p:cNvSpPr>
            <a:spLocks noGrp="1"/>
          </p:cNvSpPr>
          <p:nvPr>
            <p:ph type="pic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95350-74C3-8B9E-DF03-5A70A95A6525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857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005B821-D032-5495-6904-F52B66DCDB80}"/>
              </a:ext>
            </a:extLst>
          </p:cNvPr>
          <p:cNvSpPr>
            <a:spLocks noGrp="1"/>
          </p:cNvSpPr>
          <p:nvPr>
            <p:ph type="pic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A8E41-D519-0B01-D5EB-913850DA69AF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2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FB6287F-FDCD-6C78-1E1A-2D8202160B1E}"/>
              </a:ext>
            </a:extLst>
          </p:cNvPr>
          <p:cNvSpPr>
            <a:spLocks noGrp="1"/>
          </p:cNvSpPr>
          <p:nvPr>
            <p:ph type="pic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9493C-1513-B0E4-81FA-993DD11FD110}"/>
              </a:ext>
            </a:extLst>
          </p:cNvPr>
          <p:cNvSpPr>
            <a:spLocks noGrp="1"/>
          </p:cNvSpPr>
          <p:nvPr>
            <p:ph type="body" sz="quarter" idx="99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150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B6713-2F70-351B-E5C3-3DDBFD697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3FC72-67F4-BFA1-5285-7D650E1699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56794-D0BD-E73D-9456-2F8441A137B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B5DA39-0194-69B6-48A7-DF902FE83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13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41453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D48F95-B821-E9C1-E8FD-3949A191AF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585C05-441C-0E26-BBA8-B92A59AFC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37B92B-55B8-5029-7D04-A26C625334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908F2A-0541-C4ED-28AD-884A95C7E6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21E18-6419-1F6A-DF1F-086FD02C9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14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918981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0D78A5-0490-F155-3040-AA7782F7C38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A86E5A2-FCE5-AF2F-C9CE-58349BF9F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2D653-F3B4-9E99-D6DC-F8D17134E6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239D51-B1F3-1846-0E55-33D697451E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69BAB5-1D0B-D960-A22E-18E55E32C72E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0328C-6310-F472-CD9D-487FC89EE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15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4092500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52F1A88-1D89-1130-BD8F-A5A9856B92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996AA7-ACCD-B6D4-5064-BCB2BE4A9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5801B-DB5A-C308-3A09-A3A57856910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B60536-E2E0-DA39-1CFD-E33DBB319C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2C44E2-8F83-9757-8F23-8481A4D61605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F34048F-BAAF-F641-C1C1-CC408253568C}"/>
              </a:ext>
            </a:extLst>
          </p:cNvPr>
          <p:cNvSpPr>
            <a:spLocks noGrp="1"/>
          </p:cNvSpPr>
          <p:nvPr>
            <p:ph sz="half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E30F413-2844-44AF-7FE9-42B4812D3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16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4746727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73F549-F8FB-C624-1D94-1EC2525BEB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EAE6EA-E4BC-D52B-11C1-B10F9B220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A66D6-37D7-407E-B76D-8B355E597A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C38A12C-1631-63CB-9634-46F2F3E4C2D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4728D-347B-011C-46CD-5CE08CEE9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17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691678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7841B3-DE3E-06A3-4C83-F52BD332D3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7C8612-EBD5-2857-69AF-71EF93EE3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BAB662-816A-B139-2FCC-ABE033609A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3A2F8E-000D-3CC0-E712-5FA6CEA38569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A4F81F-3681-D609-1F88-BB6B28972D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C56269-F624-4A49-FFBA-4098184D0066}"/>
              </a:ext>
            </a:extLst>
          </p:cNvPr>
          <p:cNvSpPr>
            <a:spLocks noGrp="1"/>
          </p:cNvSpPr>
          <p:nvPr>
            <p:ph sz="half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F78476-971B-720C-49B8-823EB9B2F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98AEC0-503E-4FA4-859C-D0F72D6E3F79}" type="slidenum">
              <a:rPr lang="en-US" noProof="1" smtClean="0"/>
              <a:pPr/>
              <a:t>18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6955675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AXMLTEMPLATE" val="presentation_169"/>
  <p:tag name="SAXMLCOMPANYNAME" val="bosch"/>
  <p:tag name="MLLANGUAGE" val="eng"/>
  <p:tag name="MLTEMPLATEVERSION" val="2.2"/>
  <p:tag name="SAXCONVERSION" val="2"/>
</p:tagLst>
</file>

<file path=ppt/theme/theme1.xml><?xml version="1.0" encoding="utf-8"?>
<a:theme xmlns:a="http://schemas.openxmlformats.org/drawingml/2006/main" name="Bosch 2024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  <a:effectLst/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template1.potx" id="{198F02AD-A328-41CF-AEF3-4AEA9DC97E6D}" vid="{A553CE3C-9352-4BF3-9E58-0BEA59765750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sax_Colors>
  <Line size="7">
    <Color val="9e2896" tooltip="Bosch Purple 40"/>
    <Color val="551151" tooltip="Bosch Purple 20"/>
  </Line>
  <Line size="7">
    <Color val="007bc0" tooltip="Bosch Blue 50"/>
    <Color val="004975" tooltip="Bosch Blue 30"/>
  </Line>
  <Line size="7">
    <Color val="18837e" tooltip="Bosch Turquoise 50"/>
    <Color val="0a4f4b" tooltip="Bosch Turquoise 30"/>
  </Line>
  <Line size="7">
    <Color val="00884a" tooltip="Bosch Green 50"/>
    <Color val="00512a" tooltip="Bosch Green 30"/>
  </Line>
</sax_Colors>
</file>

<file path=customXml/item2.xml><?xml version="1.0" encoding="utf-8"?>
<saxML>
  <saxMLTemplate>presentation_169</saxMLTemplate>
  <Variablen>
    <Variable>
      <Name>attachmentremark</Name>
      <OrgInhalt/>
      <Wert/>
      <Platzhalter>False</Platzhalter>
      <DocDatenDialog>True</DocDatenDialog>
      <Label>Nota de adjunto</Label>
      <FrageVar>False</FrageVar>
      <Prefix/>
      <Suffix/>
      <WegfallVar/>
      <MussFeld>False</MussFeld>
      <InDokument>True</InDokument>
      <Sektion>AttachmentRemark</Sektion>
      <Reihenfolge>0</Reihenfolge>
    </Variable>
    <Variable>
      <Name>departmentshort</Name>
      <OrgInhalt>TlP/MFD</OrgInhalt>
      <Wert>TlP/MFD</Wert>
      <Platzhalter>False</Platzhalter>
      <DocDatenDialog>True</DocDatenDialog>
      <Label>Nota de autor</Label>
      <FrageVar>False</FrageVar>
      <Prefix/>
      <Suffix/>
      <WegfallVar/>
      <MussFeld>False</MussFeld>
      <Trenner>
        <VariableVor>classification</VariableVor>
        <VariableVor>businessunit</VariableVor>
        <Zwischen> | </Zwischen>
        <VariableNach>departmentshort</VariableNach>
      </Trenner>
      <InDokument>True</InDokument>
      <Sektion>Bosch_footer_1</Sektion>
      <Reihenfolge/>
    </Variable>
    <Variable>
      <Name>classification</Name>
      <OrgInhalt>Internal C-SC1</OrgInhalt>
      <Wert>Internal C-SC1</Wert>
      <Platzhalter>False</Platzhalter>
      <DocDatenDialog>True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Bosch_footer_1</Sektion>
      <Reihenfolge>0</Reihenfolge>
    </Variable>
    <Variable>
      <Name>classification2</Name>
      <OrgInhalt>Internal C-SC1</OrgInhalt>
      <Wert>Internal C-SC1</Wert>
      <Platzhalter>False</Platzhalter>
      <DocDatenDialog>False</DocDatenDialog>
      <Label>Classification:</Label>
      <FrageVar>False</FrageVar>
      <Prefix/>
      <Suffix/>
      <WegfallVar/>
      <ComboBox>
        <Option>Public C-SC0</Option>
        <Option>Internal C-SC1</Option>
        <Option>Confidential C-SC2</Option>
        <Option>Strictly confidential C-SC3</Option>
        <Option/>
      </ComboBox>
      <MussFeld>False</MussFeld>
      <InDokument>True</InDokument>
      <Sektion>Bosch_footer_conf</Sektion>
      <Reihenfolge>0</Reihenfolge>
    </Variable>
    <Variable>
      <Name>copyright</Name>
      <OrgInhalt>Todos los derechos reservados, también en relación a cualquier mantenimiento, utilización, reproducción, procesamiento y transferencia, así como en caso de solicitudes de derechos de propiedad.</OrgInhalt>
      <Wert>Todos los derechos reservados, también en relación a cualquier mantenimiento, utilización, reproducción, procesamiento y transferencia, así como en caso de solicitudes de derechos de propiedad.</Wert>
      <Platzhalter>False</Platzhalter>
      <DocDatenDialog>False</DocDatenDialog>
      <Label>$tr_copyright$</Label>
      <FrageVar>False</FrageVar>
      <Prefix/>
      <Suffix/>
      <WegfallVar/>
      <MussFeld>False</MussFeld>
      <Trenner>
        <VariableVor>repositoryremark</VariableVor>
        <Zwischen>&lt;br&gt;</Zwischen>
        <VariableNach>copyright</VariableNach>
      </Trenner>
      <InDokument>True</InDokument>
      <Sektion>Bosch_footer_2</Sektion>
      <Reihenfolge/>
    </Variable>
    <Variable>
      <Name>dateformat</Name>
      <OrgInhalt>2026-07-02</OrgInhalt>
      <Wert>2026-07-02</Wert>
      <Platzhalter>False</Platzhalter>
      <DocDatenDialog>True</DocDatenDialog>
      <Label>Fecha</Label>
      <FrageVar>False</FrageVar>
      <Prefix/>
      <Suffix/>
      <WegfallVar/>
      <MussFeld>False</MussFeld>
      <Trenner>
        <VariableVor>departmentshort</VariableVor>
        <VariableVor>classification</VariableVor>
        <VariableVor>businessunit</VariableVor>
        <Zwischen> | </Zwischen>
        <VariableNach>dateformat</VariableNach>
      </Trenner>
      <InDokument>True</InDokument>
      <Sektion>Bosch_footer_1</Sektion>
      <Reihenfolge>0</Reihenfolge>
    </Variable>
    <Variable>
      <Name>businessunit</Name>
      <OrgInhalt/>
      <Wert/>
      <Platzhalter>False</Platzhalter>
      <DocDatenDialog>False</DocDatenDialog>
      <Label>$tr_businessunit$</Label>
      <FrageVar>False</FrageVar>
      <Prefix/>
      <Suffix/>
      <WegfallVar/>
      <MussFeld>False</MussFeld>
      <Trenner>
        <VariableVor>classification</VariableVor>
        <Zwischen> | </Zwischen>
        <VariableNach>businessunit</VariableNach>
      </Trenner>
      <InDokument>True</InDokument>
      <Sektion>Bosch_footer_1</Sektion>
      <Reihenfolge>0</Reihenfolge>
    </Variable>
    <Variable>
      <Name>repositoryremark</Name>
      <OrgInhalt/>
      <Wert/>
      <Platzhalter>False</Platzhalter>
      <DocDatenDialog>True</DocDatenDialog>
      <Label>Nota de archivo</Label>
      <FrageVar>False</FrageVar>
      <Prefix/>
      <Suffix/>
      <WegfallVar/>
      <MussFeld>False</MussFeld>
      <InDokument>True</InDokument>
      <Sektion>Bosch_footer_2</Sektion>
      <Reihenfolge>0</Reihenfolge>
    </Variable>
  </Variablen>
</saxML>
</file>

<file path=customXml/itemProps1.xml><?xml version="1.0" encoding="utf-8"?>
<ds:datastoreItem xmlns:ds="http://schemas.openxmlformats.org/officeDocument/2006/customXml" ds:itemID="{D0252559-44F8-474C-B66D-E357B88E32C2}">
  <ds:schemaRefs/>
</ds:datastoreItem>
</file>

<file path=customXml/itemProps2.xml><?xml version="1.0" encoding="utf-8"?>
<ds:datastoreItem xmlns:ds="http://schemas.openxmlformats.org/officeDocument/2006/customXml" ds:itemID="{304CF217-3C90-4AA0-B541-CE45F9BD305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presentation_169_1</Template>
  <TotalTime>1376</TotalTime>
  <Words>110</Words>
  <Application>Microsoft Office PowerPoint</Application>
  <PresentationFormat>Custom</PresentationFormat>
  <Paragraphs>16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Bosch Office Sans</vt:lpstr>
      <vt:lpstr>Bosch Sans Black</vt:lpstr>
      <vt:lpstr>Calibri</vt:lpstr>
      <vt:lpstr>Symbol</vt:lpstr>
      <vt:lpstr>Wingdings</vt:lpstr>
      <vt:lpstr>Bosch 2024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EXTERNAL Gonzalez Vazquez Jose Antonio (PM, TlP/MFD)</dc:creator>
  <cp:lastModifiedBy>EXTERNAL Gonzalez Vazquez Jose Antonio (PM, TlP/MFD)</cp:lastModifiedBy>
  <cp:revision>1</cp:revision>
  <dcterms:created xsi:type="dcterms:W3CDTF">2026-07-02T22:16:17Z</dcterms:created>
  <dcterms:modified xsi:type="dcterms:W3CDTF">2026-07-03T21:12:48Z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achmentremark">
    <vt:lpwstr>$attachmentremark$</vt:lpwstr>
  </property>
  <property fmtid="{D5CDD505-2E9C-101B-9397-08002B2CF9AE}" pid="3" name="classification">
    <vt:lpwstr>$tr_sc_internal$</vt:lpwstr>
  </property>
  <property fmtid="{D5CDD505-2E9C-101B-9397-08002B2CF9AE}" pid="4" name="copyright">
    <vt:lpwstr>$copyright$</vt:lpwstr>
  </property>
  <property fmtid="{D5CDD505-2E9C-101B-9397-08002B2CF9AE}" pid="5" name="dateformat">
    <vt:lpwstr>$dateformat$</vt:lpwstr>
  </property>
  <property fmtid="{D5CDD505-2E9C-101B-9397-08002B2CF9AE}" pid="6" name="businessunit">
    <vt:lpwstr>$businessunit$</vt:lpwstr>
  </property>
  <property fmtid="{D5CDD505-2E9C-101B-9397-08002B2CF9AE}" pid="7" name="repositoryremark">
    <vt:lpwstr>$repositoryremark$</vt:lpwstr>
  </property>
</Properties>
</file>